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4" r:id="rId5"/>
    <p:sldId id="281" r:id="rId6"/>
    <p:sldId id="282" r:id="rId7"/>
    <p:sldId id="267" r:id="rId8"/>
    <p:sldId id="266" r:id="rId9"/>
    <p:sldId id="268" r:id="rId10"/>
    <p:sldId id="265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A81A3-0A7B-4BE8-9FD5-08317C510B31}" v="510" dt="2026-02-09T06:58:37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230" autoAdjust="0"/>
  </p:normalViewPr>
  <p:slideViewPr>
    <p:cSldViewPr snapToGrid="0">
      <p:cViewPr varScale="1">
        <p:scale>
          <a:sx n="98" d="100"/>
          <a:sy n="98" d="100"/>
        </p:scale>
        <p:origin x="42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병선 박" userId="374bbc00b8f711d5" providerId="LiveId" clId="{5DE3988C-1F83-4C27-BD42-38CBC20CEFDA}"/>
    <pc:docChg chg="undo redo custSel addSld modSld">
      <pc:chgData name="병선 박" userId="374bbc00b8f711d5" providerId="LiveId" clId="{5DE3988C-1F83-4C27-BD42-38CBC20CEFDA}" dt="2026-02-09T06:58:16.487" v="7455" actId="14100"/>
      <pc:docMkLst>
        <pc:docMk/>
      </pc:docMkLst>
      <pc:sldChg chg="modSp mod">
        <pc:chgData name="병선 박" userId="374bbc00b8f711d5" providerId="LiveId" clId="{5DE3988C-1F83-4C27-BD42-38CBC20CEFDA}" dt="2026-02-04T01:48:49.022" v="413" actId="1076"/>
        <pc:sldMkLst>
          <pc:docMk/>
          <pc:sldMk cId="911661321" sldId="256"/>
        </pc:sldMkLst>
        <pc:spChg chg="mod">
          <ac:chgData name="병선 박" userId="374bbc00b8f711d5" providerId="LiveId" clId="{5DE3988C-1F83-4C27-BD42-38CBC20CEFDA}" dt="2026-02-04T01:48:49.022" v="413" actId="1076"/>
          <ac:spMkLst>
            <pc:docMk/>
            <pc:sldMk cId="911661321" sldId="256"/>
            <ac:spMk id="5" creationId="{E563BD7A-D513-2B87-C960-D707220164EE}"/>
          </ac:spMkLst>
        </pc:spChg>
        <pc:picChg chg="mod">
          <ac:chgData name="병선 박" userId="374bbc00b8f711d5" providerId="LiveId" clId="{5DE3988C-1F83-4C27-BD42-38CBC20CEFDA}" dt="2026-02-04T01:48:45.930" v="412" actId="1076"/>
          <ac:picMkLst>
            <pc:docMk/>
            <pc:sldMk cId="911661321" sldId="256"/>
            <ac:picMk id="4" creationId="{935EEE27-89A9-35AA-EBE9-C381D390AE57}"/>
          </ac:picMkLst>
        </pc:picChg>
      </pc:sldChg>
      <pc:sldChg chg="modSp mod">
        <pc:chgData name="병선 박" userId="374bbc00b8f711d5" providerId="LiveId" clId="{5DE3988C-1F83-4C27-BD42-38CBC20CEFDA}" dt="2026-02-04T09:46:44.993" v="1873" actId="1076"/>
        <pc:sldMkLst>
          <pc:docMk/>
          <pc:sldMk cId="1954980368" sldId="257"/>
        </pc:sldMkLst>
        <pc:graphicFrameChg chg="mod">
          <ac:chgData name="병선 박" userId="374bbc00b8f711d5" providerId="LiveId" clId="{5DE3988C-1F83-4C27-BD42-38CBC20CEFDA}" dt="2026-02-04T09:46:44.993" v="1873" actId="1076"/>
          <ac:graphicFrameMkLst>
            <pc:docMk/>
            <pc:sldMk cId="1954980368" sldId="257"/>
            <ac:graphicFrameMk id="4" creationId="{8BFE3347-80C1-AE20-EC7E-F84FFCA85C37}"/>
          </ac:graphicFrameMkLst>
        </pc:graphicFrameChg>
      </pc:sldChg>
      <pc:sldChg chg="addSp delSp modSp new mod">
        <pc:chgData name="병선 박" userId="374bbc00b8f711d5" providerId="LiveId" clId="{5DE3988C-1F83-4C27-BD42-38CBC20CEFDA}" dt="2026-02-04T05:50:52.553" v="1046" actId="1076"/>
        <pc:sldMkLst>
          <pc:docMk/>
          <pc:sldMk cId="1552304124" sldId="258"/>
        </pc:sldMkLst>
        <pc:spChg chg="add mod">
          <ac:chgData name="병선 박" userId="374bbc00b8f711d5" providerId="LiveId" clId="{5DE3988C-1F83-4C27-BD42-38CBC20CEFDA}" dt="2026-02-04T05:50:52.553" v="1046" actId="1076"/>
          <ac:spMkLst>
            <pc:docMk/>
            <pc:sldMk cId="1552304124" sldId="258"/>
            <ac:spMk id="2" creationId="{9D38F554-40FC-96EF-A3D9-7E2006B46C37}"/>
          </ac:spMkLst>
        </pc:spChg>
        <pc:graphicFrameChg chg="add mod modGraphic">
          <ac:chgData name="병선 박" userId="374bbc00b8f711d5" providerId="LiveId" clId="{5DE3988C-1F83-4C27-BD42-38CBC20CEFDA}" dt="2026-02-04T05:34:37.062" v="927" actId="1076"/>
          <ac:graphicFrameMkLst>
            <pc:docMk/>
            <pc:sldMk cId="1552304124" sldId="258"/>
            <ac:graphicFrameMk id="3" creationId="{EC41E801-0EAD-4635-193A-12AF282F76C3}"/>
          </ac:graphicFrameMkLst>
        </pc:graphicFrameChg>
      </pc:sldChg>
      <pc:sldChg chg="addSp delSp modSp new mod">
        <pc:chgData name="병선 박" userId="374bbc00b8f711d5" providerId="LiveId" clId="{5DE3988C-1F83-4C27-BD42-38CBC20CEFDA}" dt="2026-02-08T00:46:11.835" v="4874" actId="20577"/>
        <pc:sldMkLst>
          <pc:docMk/>
          <pc:sldMk cId="206590936" sldId="265"/>
        </pc:sldMkLst>
        <pc:graphicFrameChg chg="mod modGraphic">
          <ac:chgData name="병선 박" userId="374bbc00b8f711d5" providerId="LiveId" clId="{5DE3988C-1F83-4C27-BD42-38CBC20CEFDA}" dt="2026-02-08T00:46:11.835" v="4874" actId="20577"/>
          <ac:graphicFrameMkLst>
            <pc:docMk/>
            <pc:sldMk cId="206590936" sldId="265"/>
            <ac:graphicFrameMk id="3" creationId="{305C30D3-0D52-F7A0-0C1F-2D4A4CB484B4}"/>
          </ac:graphicFrameMkLst>
        </pc:graphicFrameChg>
      </pc:sldChg>
      <pc:sldChg chg="addSp delSp modSp new mod">
        <pc:chgData name="병선 박" userId="374bbc00b8f711d5" providerId="LiveId" clId="{5DE3988C-1F83-4C27-BD42-38CBC20CEFDA}" dt="2026-02-05T09:52:42.130" v="2674" actId="14100"/>
        <pc:sldMkLst>
          <pc:docMk/>
          <pc:sldMk cId="47510946" sldId="266"/>
        </pc:sldMkLst>
        <pc:graphicFrameChg chg="add mod modGraphic">
          <ac:chgData name="병선 박" userId="374bbc00b8f711d5" providerId="LiveId" clId="{5DE3988C-1F83-4C27-BD42-38CBC20CEFDA}" dt="2026-02-05T09:52:11.235" v="2670" actId="1076"/>
          <ac:graphicFrameMkLst>
            <pc:docMk/>
            <pc:sldMk cId="47510946" sldId="266"/>
            <ac:graphicFrameMk id="4" creationId="{9BD25374-C92D-1FF3-34E4-E06A45E706FF}"/>
          </ac:graphicFrameMkLst>
        </pc:graphicFrameChg>
      </pc:sldChg>
      <pc:sldChg chg="modSp mod">
        <pc:chgData name="병선 박" userId="374bbc00b8f711d5" providerId="LiveId" clId="{5DE3988C-1F83-4C27-BD42-38CBC20CEFDA}" dt="2026-02-06T01:04:07.881" v="2733" actId="1037"/>
        <pc:sldMkLst>
          <pc:docMk/>
          <pc:sldMk cId="3047502091" sldId="268"/>
        </pc:sldMkLst>
        <pc:picChg chg="mod">
          <ac:chgData name="병선 박" userId="374bbc00b8f711d5" providerId="LiveId" clId="{5DE3988C-1F83-4C27-BD42-38CBC20CEFDA}" dt="2026-02-06T01:04:07.881" v="2733" actId="1037"/>
          <ac:picMkLst>
            <pc:docMk/>
            <pc:sldMk cId="3047502091" sldId="268"/>
            <ac:picMk id="4" creationId="{E6674EE6-7828-7CD9-A9E4-BF885817AC1B}"/>
          </ac:picMkLst>
        </pc:picChg>
      </pc:sldChg>
      <pc:sldChg chg="addSp delSp modSp new mod">
        <pc:chgData name="병선 박" userId="374bbc00b8f711d5" providerId="LiveId" clId="{5DE3988C-1F83-4C27-BD42-38CBC20CEFDA}" dt="2026-02-06T00:48:54.085" v="2681" actId="14100"/>
        <pc:sldMkLst>
          <pc:docMk/>
          <pc:sldMk cId="4057497816" sldId="269"/>
        </pc:sldMkLst>
        <pc:picChg chg="add mod">
          <ac:chgData name="병선 박" userId="374bbc00b8f711d5" providerId="LiveId" clId="{5DE3988C-1F83-4C27-BD42-38CBC20CEFDA}" dt="2026-02-06T00:48:54.085" v="2681" actId="14100"/>
          <ac:picMkLst>
            <pc:docMk/>
            <pc:sldMk cId="4057497816" sldId="269"/>
            <ac:picMk id="4" creationId="{88CFDE74-35B7-6263-14FD-1BCD6C592A71}"/>
          </ac:picMkLst>
        </pc:picChg>
      </pc:sldChg>
      <pc:sldChg chg="addSp delSp modSp new mod">
        <pc:chgData name="병선 박" userId="374bbc00b8f711d5" providerId="LiveId" clId="{5DE3988C-1F83-4C27-BD42-38CBC20CEFDA}" dt="2026-02-09T04:33:32.551" v="5580" actId="20577"/>
        <pc:sldMkLst>
          <pc:docMk/>
          <pc:sldMk cId="3786276997" sldId="270"/>
        </pc:sldMkLst>
        <pc:graphicFrameChg chg="add mod modGraphic">
          <ac:chgData name="병선 박" userId="374bbc00b8f711d5" providerId="LiveId" clId="{5DE3988C-1F83-4C27-BD42-38CBC20CEFDA}" dt="2026-02-09T04:21:11.686" v="5366" actId="120"/>
          <ac:graphicFrameMkLst>
            <pc:docMk/>
            <pc:sldMk cId="3786276997" sldId="270"/>
            <ac:graphicFrameMk id="2" creationId="{D78C2EA1-7AC8-5520-7EB4-3E50F381BE16}"/>
          </ac:graphicFrameMkLst>
        </pc:graphicFrameChg>
        <pc:graphicFrameChg chg="add mod modGraphic">
          <ac:chgData name="병선 박" userId="374bbc00b8f711d5" providerId="LiveId" clId="{5DE3988C-1F83-4C27-BD42-38CBC20CEFDA}" dt="2026-02-09T04:33:32.551" v="5580" actId="20577"/>
          <ac:graphicFrameMkLst>
            <pc:docMk/>
            <pc:sldMk cId="3786276997" sldId="270"/>
            <ac:graphicFrameMk id="3" creationId="{43623227-B54F-5BB1-C41A-CDF6BBC2BC81}"/>
          </ac:graphicFrameMkLst>
        </pc:graphicFrameChg>
      </pc:sldChg>
      <pc:sldChg chg="addSp delSp modSp new mod">
        <pc:chgData name="병선 박" userId="374bbc00b8f711d5" providerId="LiveId" clId="{5DE3988C-1F83-4C27-BD42-38CBC20CEFDA}" dt="2026-02-06T00:59:44.111" v="2723" actId="1076"/>
        <pc:sldMkLst>
          <pc:docMk/>
          <pc:sldMk cId="948145354" sldId="271"/>
        </pc:sldMkLst>
        <pc:picChg chg="add mod">
          <ac:chgData name="병선 박" userId="374bbc00b8f711d5" providerId="LiveId" clId="{5DE3988C-1F83-4C27-BD42-38CBC20CEFDA}" dt="2026-02-06T00:59:44.111" v="2723" actId="1076"/>
          <ac:picMkLst>
            <pc:docMk/>
            <pc:sldMk cId="948145354" sldId="271"/>
            <ac:picMk id="5" creationId="{6D84F313-5C2A-EE0F-BF79-D5D7456AC6A9}"/>
          </ac:picMkLst>
        </pc:picChg>
        <pc:picChg chg="add mod">
          <ac:chgData name="병선 박" userId="374bbc00b8f711d5" providerId="LiveId" clId="{5DE3988C-1F83-4C27-BD42-38CBC20CEFDA}" dt="2026-02-06T00:59:44.111" v="2723" actId="1076"/>
          <ac:picMkLst>
            <pc:docMk/>
            <pc:sldMk cId="948145354" sldId="271"/>
            <ac:picMk id="7" creationId="{6AE01186-5AC2-61D2-70E9-41005ADEB39A}"/>
          </ac:picMkLst>
        </pc:picChg>
        <pc:picChg chg="add mod">
          <ac:chgData name="병선 박" userId="374bbc00b8f711d5" providerId="LiveId" clId="{5DE3988C-1F83-4C27-BD42-38CBC20CEFDA}" dt="2026-02-06T00:59:44.111" v="2723" actId="1076"/>
          <ac:picMkLst>
            <pc:docMk/>
            <pc:sldMk cId="948145354" sldId="271"/>
            <ac:picMk id="9" creationId="{02BDBF3F-4EF1-3F7A-676F-34E97BED9235}"/>
          </ac:picMkLst>
        </pc:picChg>
      </pc:sldChg>
      <pc:sldChg chg="addSp delSp modSp new mod">
        <pc:chgData name="병선 박" userId="374bbc00b8f711d5" providerId="LiveId" clId="{5DE3988C-1F83-4C27-BD42-38CBC20CEFDA}" dt="2026-02-09T05:07:25.631" v="6074"/>
        <pc:sldMkLst>
          <pc:docMk/>
          <pc:sldMk cId="252248123" sldId="272"/>
        </pc:sldMkLst>
        <pc:graphicFrameChg chg="add mod modGraphic">
          <ac:chgData name="병선 박" userId="374bbc00b8f711d5" providerId="LiveId" clId="{5DE3988C-1F83-4C27-BD42-38CBC20CEFDA}" dt="2026-02-09T04:49:04.419" v="5914" actId="1076"/>
          <ac:graphicFrameMkLst>
            <pc:docMk/>
            <pc:sldMk cId="252248123" sldId="272"/>
            <ac:graphicFrameMk id="2" creationId="{BAAAC4AC-AB87-36A3-D3CA-D79E21369711}"/>
          </ac:graphicFrameMkLst>
        </pc:graphicFrameChg>
        <pc:graphicFrameChg chg="add mod modGraphic">
          <ac:chgData name="병선 박" userId="374bbc00b8f711d5" providerId="LiveId" clId="{5DE3988C-1F83-4C27-BD42-38CBC20CEFDA}" dt="2026-02-09T05:07:25.631" v="6074"/>
          <ac:graphicFrameMkLst>
            <pc:docMk/>
            <pc:sldMk cId="252248123" sldId="272"/>
            <ac:graphicFrameMk id="3" creationId="{ED9D7F2C-71FA-9274-BC68-1ECE0DA7A347}"/>
          </ac:graphicFrameMkLst>
        </pc:graphicFrameChg>
      </pc:sldChg>
      <pc:sldChg chg="addSp delSp modSp new mod setBg">
        <pc:chgData name="병선 박" userId="374bbc00b8f711d5" providerId="LiveId" clId="{5DE3988C-1F83-4C27-BD42-38CBC20CEFDA}" dt="2026-02-06T01:58:15.486" v="2774" actId="1076"/>
        <pc:sldMkLst>
          <pc:docMk/>
          <pc:sldMk cId="2722379982" sldId="273"/>
        </pc:sldMkLst>
        <pc:picChg chg="add mod">
          <ac:chgData name="병선 박" userId="374bbc00b8f711d5" providerId="LiveId" clId="{5DE3988C-1F83-4C27-BD42-38CBC20CEFDA}" dt="2026-02-06T01:57:38.885" v="2761" actId="14100"/>
          <ac:picMkLst>
            <pc:docMk/>
            <pc:sldMk cId="2722379982" sldId="273"/>
            <ac:picMk id="5" creationId="{6BA64193-C27D-5358-E343-3E4251C652A2}"/>
          </ac:picMkLst>
        </pc:picChg>
        <pc:picChg chg="add mod">
          <ac:chgData name="병선 박" userId="374bbc00b8f711d5" providerId="LiveId" clId="{5DE3988C-1F83-4C27-BD42-38CBC20CEFDA}" dt="2026-02-06T01:58:07.254" v="2772" actId="14100"/>
          <ac:picMkLst>
            <pc:docMk/>
            <pc:sldMk cId="2722379982" sldId="273"/>
            <ac:picMk id="7" creationId="{73A61629-80BA-5AF0-934A-1C7E04A8B79B}"/>
          </ac:picMkLst>
        </pc:picChg>
        <pc:picChg chg="add mod">
          <ac:chgData name="병선 박" userId="374bbc00b8f711d5" providerId="LiveId" clId="{5DE3988C-1F83-4C27-BD42-38CBC20CEFDA}" dt="2026-02-06T01:58:15.486" v="2774" actId="1076"/>
          <ac:picMkLst>
            <pc:docMk/>
            <pc:sldMk cId="2722379982" sldId="273"/>
            <ac:picMk id="9" creationId="{0FCB36C8-973F-D4A0-E64E-55DB3D4AF414}"/>
          </ac:picMkLst>
        </pc:picChg>
      </pc:sldChg>
      <pc:sldChg chg="addSp delSp modSp new mod">
        <pc:chgData name="병선 박" userId="374bbc00b8f711d5" providerId="LiveId" clId="{5DE3988C-1F83-4C27-BD42-38CBC20CEFDA}" dt="2026-02-08T00:25:22.408" v="4055" actId="20577"/>
        <pc:sldMkLst>
          <pc:docMk/>
          <pc:sldMk cId="869455201" sldId="274"/>
        </pc:sldMkLst>
        <pc:spChg chg="add mod">
          <ac:chgData name="병선 박" userId="374bbc00b8f711d5" providerId="LiveId" clId="{5DE3988C-1F83-4C27-BD42-38CBC20CEFDA}" dt="2026-02-08T00:04:34.809" v="3628" actId="1076"/>
          <ac:spMkLst>
            <pc:docMk/>
            <pc:sldMk cId="869455201" sldId="274"/>
            <ac:spMk id="3" creationId="{D0E83B79-8317-9C4D-EF7E-2F014C85C8A1}"/>
          </ac:spMkLst>
        </pc:spChg>
        <pc:spChg chg="mod">
          <ac:chgData name="병선 박" userId="374bbc00b8f711d5" providerId="LiveId" clId="{5DE3988C-1F83-4C27-BD42-38CBC20CEFDA}" dt="2026-02-06T05:16:42.037" v="2859" actId="20577"/>
          <ac:spMkLst>
            <pc:docMk/>
            <pc:sldMk cId="869455201" sldId="274"/>
            <ac:spMk id="5" creationId="{7FE26B2C-441C-33B1-D8D1-52C6825CCEAA}"/>
          </ac:spMkLst>
        </pc:spChg>
        <pc:spChg chg="mod">
          <ac:chgData name="병선 박" userId="374bbc00b8f711d5" providerId="LiveId" clId="{5DE3988C-1F83-4C27-BD42-38CBC20CEFDA}" dt="2026-02-06T05:16:19.415" v="2853"/>
          <ac:spMkLst>
            <pc:docMk/>
            <pc:sldMk cId="869455201" sldId="274"/>
            <ac:spMk id="6" creationId="{9CDD9BA4-9902-816D-E6FA-555B95BFE365}"/>
          </ac:spMkLst>
        </pc:spChg>
        <pc:spChg chg="mod">
          <ac:chgData name="병선 박" userId="374bbc00b8f711d5" providerId="LiveId" clId="{5DE3988C-1F83-4C27-BD42-38CBC20CEFDA}" dt="2026-02-06T05:16:19.415" v="2853"/>
          <ac:spMkLst>
            <pc:docMk/>
            <pc:sldMk cId="869455201" sldId="274"/>
            <ac:spMk id="7" creationId="{30EA1669-AA27-80AE-EDF0-C14D4E7A487A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8" creationId="{453FE057-4BF7-ADC7-03EC-53C583884164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9" creationId="{68A0C61D-6398-3639-7C38-AB5214CF1F88}"/>
          </ac:spMkLst>
        </pc:spChg>
        <pc:spChg chg="mod">
          <ac:chgData name="병선 박" userId="374bbc00b8f711d5" providerId="LiveId" clId="{5DE3988C-1F83-4C27-BD42-38CBC20CEFDA}" dt="2026-02-06T05:18:22.063" v="2977" actId="20577"/>
          <ac:spMkLst>
            <pc:docMk/>
            <pc:sldMk cId="869455201" sldId="274"/>
            <ac:spMk id="11" creationId="{20E1603A-F7B8-2AF7-0897-2E7FFD858ACF}"/>
          </ac:spMkLst>
        </pc:spChg>
        <pc:spChg chg="mod">
          <ac:chgData name="병선 박" userId="374bbc00b8f711d5" providerId="LiveId" clId="{5DE3988C-1F83-4C27-BD42-38CBC20CEFDA}" dt="2026-02-06T05:18:09.563" v="2930"/>
          <ac:spMkLst>
            <pc:docMk/>
            <pc:sldMk cId="869455201" sldId="274"/>
            <ac:spMk id="12" creationId="{B52B2EC1-A920-C4DD-A661-CB38CF362F7B}"/>
          </ac:spMkLst>
        </pc:spChg>
        <pc:spChg chg="mod">
          <ac:chgData name="병선 박" userId="374bbc00b8f711d5" providerId="LiveId" clId="{5DE3988C-1F83-4C27-BD42-38CBC20CEFDA}" dt="2026-02-06T05:18:09.563" v="2930"/>
          <ac:spMkLst>
            <pc:docMk/>
            <pc:sldMk cId="869455201" sldId="274"/>
            <ac:spMk id="13" creationId="{1544FE42-A3D1-4ABB-E247-EA799DC09BEE}"/>
          </ac:spMkLst>
        </pc:spChg>
        <pc:spChg chg="mod">
          <ac:chgData name="병선 박" userId="374bbc00b8f711d5" providerId="LiveId" clId="{5DE3988C-1F83-4C27-BD42-38CBC20CEFDA}" dt="2026-02-06T05:19:35.562" v="3004" actId="20577"/>
          <ac:spMkLst>
            <pc:docMk/>
            <pc:sldMk cId="869455201" sldId="274"/>
            <ac:spMk id="15" creationId="{0EC55946-893A-22E5-C202-BDADA668F7AD}"/>
          </ac:spMkLst>
        </pc:spChg>
        <pc:spChg chg="mod">
          <ac:chgData name="병선 박" userId="374bbc00b8f711d5" providerId="LiveId" clId="{5DE3988C-1F83-4C27-BD42-38CBC20CEFDA}" dt="2026-02-06T05:19:03.201" v="2985" actId="20577"/>
          <ac:spMkLst>
            <pc:docMk/>
            <pc:sldMk cId="869455201" sldId="274"/>
            <ac:spMk id="16" creationId="{E48D0FAA-A815-7812-CC39-FEA0D2CCFF3E}"/>
          </ac:spMkLst>
        </pc:spChg>
        <pc:spChg chg="mod">
          <ac:chgData name="병선 박" userId="374bbc00b8f711d5" providerId="LiveId" clId="{5DE3988C-1F83-4C27-BD42-38CBC20CEFDA}" dt="2026-02-06T05:18:53.541" v="2978"/>
          <ac:spMkLst>
            <pc:docMk/>
            <pc:sldMk cId="869455201" sldId="274"/>
            <ac:spMk id="17" creationId="{A13AA2E8-0427-152D-70CA-B719872397A6}"/>
          </ac:spMkLst>
        </pc:spChg>
        <pc:spChg chg="mod">
          <ac:chgData name="병선 박" userId="374bbc00b8f711d5" providerId="LiveId" clId="{5DE3988C-1F83-4C27-BD42-38CBC20CEFDA}" dt="2026-02-06T05:20:56.212" v="3068" actId="20577"/>
          <ac:spMkLst>
            <pc:docMk/>
            <pc:sldMk cId="869455201" sldId="274"/>
            <ac:spMk id="19" creationId="{4F2041B6-2A4B-DBEA-45A7-4547F2F022AE}"/>
          </ac:spMkLst>
        </pc:spChg>
        <pc:spChg chg="mod">
          <ac:chgData name="병선 박" userId="374bbc00b8f711d5" providerId="LiveId" clId="{5DE3988C-1F83-4C27-BD42-38CBC20CEFDA}" dt="2026-02-06T05:20:20.690" v="3013" actId="20577"/>
          <ac:spMkLst>
            <pc:docMk/>
            <pc:sldMk cId="869455201" sldId="274"/>
            <ac:spMk id="20" creationId="{63023519-EE68-3EF8-C5C1-5E97AF23138B}"/>
          </ac:spMkLst>
        </pc:spChg>
        <pc:spChg chg="mod">
          <ac:chgData name="병선 박" userId="374bbc00b8f711d5" providerId="LiveId" clId="{5DE3988C-1F83-4C27-BD42-38CBC20CEFDA}" dt="2026-02-06T05:19:37.500" v="3005"/>
          <ac:spMkLst>
            <pc:docMk/>
            <pc:sldMk cId="869455201" sldId="274"/>
            <ac:spMk id="21" creationId="{F9A7297A-7C5B-1913-5BC7-E108F6679813}"/>
          </ac:spMkLst>
        </pc:spChg>
        <pc:spChg chg="mod">
          <ac:chgData name="병선 박" userId="374bbc00b8f711d5" providerId="LiveId" clId="{5DE3988C-1F83-4C27-BD42-38CBC20CEFDA}" dt="2026-02-06T05:23:20.358" v="3101" actId="20577"/>
          <ac:spMkLst>
            <pc:docMk/>
            <pc:sldMk cId="869455201" sldId="274"/>
            <ac:spMk id="23" creationId="{4D26A2A4-2623-17A7-3D5F-45732DD3D6BC}"/>
          </ac:spMkLst>
        </pc:spChg>
        <pc:spChg chg="mod">
          <ac:chgData name="병선 박" userId="374bbc00b8f711d5" providerId="LiveId" clId="{5DE3988C-1F83-4C27-BD42-38CBC20CEFDA}" dt="2026-02-06T05:22:31.669" v="3079" actId="20577"/>
          <ac:spMkLst>
            <pc:docMk/>
            <pc:sldMk cId="869455201" sldId="274"/>
            <ac:spMk id="24" creationId="{0F5FE70A-39ED-3148-9596-26143B7FF6AE}"/>
          </ac:spMkLst>
        </pc:spChg>
        <pc:spChg chg="mod">
          <ac:chgData name="병선 박" userId="374bbc00b8f711d5" providerId="LiveId" clId="{5DE3988C-1F83-4C27-BD42-38CBC20CEFDA}" dt="2026-02-06T05:22:16.332" v="3070"/>
          <ac:spMkLst>
            <pc:docMk/>
            <pc:sldMk cId="869455201" sldId="274"/>
            <ac:spMk id="25" creationId="{37E73DC4-921B-07FE-779E-95D0F78BD551}"/>
          </ac:spMkLst>
        </pc:spChg>
        <pc:spChg chg="add mod">
          <ac:chgData name="병선 박" userId="374bbc00b8f711d5" providerId="LiveId" clId="{5DE3988C-1F83-4C27-BD42-38CBC20CEFDA}" dt="2026-02-06T05:55:01.336" v="3143" actId="1076"/>
          <ac:spMkLst>
            <pc:docMk/>
            <pc:sldMk cId="869455201" sldId="274"/>
            <ac:spMk id="27" creationId="{513EEFEE-7059-3320-4866-EF7E21E6F8C7}"/>
          </ac:spMkLst>
        </pc:spChg>
        <pc:spChg chg="add mod">
          <ac:chgData name="병선 박" userId="374bbc00b8f711d5" providerId="LiveId" clId="{5DE3988C-1F83-4C27-BD42-38CBC20CEFDA}" dt="2026-02-08T00:04:34.809" v="3628" actId="1076"/>
          <ac:spMkLst>
            <pc:docMk/>
            <pc:sldMk cId="869455201" sldId="274"/>
            <ac:spMk id="28" creationId="{B15D058B-C4EC-BF5D-0C8E-DA376C73E11B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30" creationId="{719E8325-F60E-63E2-372B-47FAC0AA88FD}"/>
          </ac:spMkLst>
        </pc:spChg>
        <pc:spChg chg="add mod">
          <ac:chgData name="병선 박" userId="374bbc00b8f711d5" providerId="LiveId" clId="{5DE3988C-1F83-4C27-BD42-38CBC20CEFDA}" dt="2026-02-07T23:47:40.569" v="3283" actId="1076"/>
          <ac:spMkLst>
            <pc:docMk/>
            <pc:sldMk cId="869455201" sldId="274"/>
            <ac:spMk id="31" creationId="{F2F43256-314E-B2B5-967A-98735BE45318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33" creationId="{0F7ED6F1-90ED-FF63-6ED3-8ED499FD7E3F}"/>
          </ac:spMkLst>
        </pc:spChg>
        <pc:spChg chg="add mod">
          <ac:chgData name="병선 박" userId="374bbc00b8f711d5" providerId="LiveId" clId="{5DE3988C-1F83-4C27-BD42-38CBC20CEFDA}" dt="2026-02-08T00:01:40.419" v="3579" actId="1076"/>
          <ac:spMkLst>
            <pc:docMk/>
            <pc:sldMk cId="869455201" sldId="274"/>
            <ac:spMk id="35" creationId="{A655BE80-D2C8-4118-1A68-5017C0B11E39}"/>
          </ac:spMkLst>
        </pc:spChg>
        <pc:spChg chg="mod">
          <ac:chgData name="병선 박" userId="374bbc00b8f711d5" providerId="LiveId" clId="{5DE3988C-1F83-4C27-BD42-38CBC20CEFDA}" dt="2026-02-07T23:49:10.330" v="3362" actId="20577"/>
          <ac:spMkLst>
            <pc:docMk/>
            <pc:sldMk cId="869455201" sldId="274"/>
            <ac:spMk id="36" creationId="{6EEBBC62-4C5C-A052-7039-3E4819EAC3AB}"/>
          </ac:spMkLst>
        </pc:spChg>
        <pc:spChg chg="mod">
          <ac:chgData name="병선 박" userId="374bbc00b8f711d5" providerId="LiveId" clId="{5DE3988C-1F83-4C27-BD42-38CBC20CEFDA}" dt="2026-02-07T23:48:26.344" v="3308"/>
          <ac:spMkLst>
            <pc:docMk/>
            <pc:sldMk cId="869455201" sldId="274"/>
            <ac:spMk id="37" creationId="{DB02A39C-3643-4F6F-75E8-775ECF2FED89}"/>
          </ac:spMkLst>
        </pc:spChg>
        <pc:spChg chg="mod">
          <ac:chgData name="병선 박" userId="374bbc00b8f711d5" providerId="LiveId" clId="{5DE3988C-1F83-4C27-BD42-38CBC20CEFDA}" dt="2026-02-08T00:25:10.561" v="4051" actId="20577"/>
          <ac:spMkLst>
            <pc:docMk/>
            <pc:sldMk cId="869455201" sldId="274"/>
            <ac:spMk id="38" creationId="{C9950D69-CA96-3029-C30A-A6CFACD4F27A}"/>
          </ac:spMkLst>
        </pc:spChg>
        <pc:spChg chg="add mod">
          <ac:chgData name="병선 박" userId="374bbc00b8f711d5" providerId="LiveId" clId="{5DE3988C-1F83-4C27-BD42-38CBC20CEFDA}" dt="2026-02-08T00:04:34.809" v="3628" actId="1076"/>
          <ac:spMkLst>
            <pc:docMk/>
            <pc:sldMk cId="869455201" sldId="274"/>
            <ac:spMk id="41" creationId="{C6ABC116-AC25-9A7A-A71B-611F886D9E86}"/>
          </ac:spMkLst>
        </pc:spChg>
        <pc:spChg chg="add mod">
          <ac:chgData name="병선 박" userId="374bbc00b8f711d5" providerId="LiveId" clId="{5DE3988C-1F83-4C27-BD42-38CBC20CEFDA}" dt="2026-02-08T00:23:32.547" v="4049" actId="1076"/>
          <ac:spMkLst>
            <pc:docMk/>
            <pc:sldMk cId="869455201" sldId="274"/>
            <ac:spMk id="44" creationId="{C19D4197-0DC4-C52C-2B0A-79845ABB515E}"/>
          </ac:spMkLst>
        </pc:spChg>
        <pc:spChg chg="mod">
          <ac:chgData name="병선 박" userId="374bbc00b8f711d5" providerId="LiveId" clId="{5DE3988C-1F83-4C27-BD42-38CBC20CEFDA}" dt="2026-02-07T23:54:40.910" v="3410" actId="20577"/>
          <ac:spMkLst>
            <pc:docMk/>
            <pc:sldMk cId="869455201" sldId="274"/>
            <ac:spMk id="46" creationId="{B8C972F1-C3C6-E80E-E00A-BBF31D2AF7ED}"/>
          </ac:spMkLst>
        </pc:spChg>
        <pc:spChg chg="mod">
          <ac:chgData name="병선 박" userId="374bbc00b8f711d5" providerId="LiveId" clId="{5DE3988C-1F83-4C27-BD42-38CBC20CEFDA}" dt="2026-02-07T23:53:49.506" v="3378"/>
          <ac:spMkLst>
            <pc:docMk/>
            <pc:sldMk cId="869455201" sldId="274"/>
            <ac:spMk id="47" creationId="{4C7AACAA-BE05-0EEF-E1EB-74FC5B2CD325}"/>
          </ac:spMkLst>
        </pc:spChg>
        <pc:spChg chg="mod">
          <ac:chgData name="병선 박" userId="374bbc00b8f711d5" providerId="LiveId" clId="{5DE3988C-1F83-4C27-BD42-38CBC20CEFDA}" dt="2026-02-08T00:25:18.222" v="4053" actId="20577"/>
          <ac:spMkLst>
            <pc:docMk/>
            <pc:sldMk cId="869455201" sldId="274"/>
            <ac:spMk id="48" creationId="{16D59FFC-D5B1-5D88-407A-9535D98B4BC6}"/>
          </ac:spMkLst>
        </pc:spChg>
        <pc:spChg chg="add mod">
          <ac:chgData name="병선 박" userId="374bbc00b8f711d5" providerId="LiveId" clId="{5DE3988C-1F83-4C27-BD42-38CBC20CEFDA}" dt="2026-02-08T00:01:40.419" v="3579" actId="1076"/>
          <ac:spMkLst>
            <pc:docMk/>
            <pc:sldMk cId="869455201" sldId="274"/>
            <ac:spMk id="49" creationId="{3E9AA1D1-7B78-B1CB-F25D-EE43038AF9F7}"/>
          </ac:spMkLst>
        </pc:spChg>
        <pc:spChg chg="add mod">
          <ac:chgData name="병선 박" userId="374bbc00b8f711d5" providerId="LiveId" clId="{5DE3988C-1F83-4C27-BD42-38CBC20CEFDA}" dt="2026-02-08T00:04:34.809" v="3628" actId="1076"/>
          <ac:spMkLst>
            <pc:docMk/>
            <pc:sldMk cId="869455201" sldId="274"/>
            <ac:spMk id="50" creationId="{8FAB9E43-414F-DA94-DDBE-07DF7531F404}"/>
          </ac:spMkLst>
        </pc:spChg>
        <pc:spChg chg="add mod">
          <ac:chgData name="병선 박" userId="374bbc00b8f711d5" providerId="LiveId" clId="{5DE3988C-1F83-4C27-BD42-38CBC20CEFDA}" dt="2026-02-08T00:22:52.355" v="4044" actId="1076"/>
          <ac:spMkLst>
            <pc:docMk/>
            <pc:sldMk cId="869455201" sldId="274"/>
            <ac:spMk id="53" creationId="{4CD7123A-D9B4-84C5-4450-FB491C42FE44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56" creationId="{0898EA2A-F4D8-8539-318A-3E0B5196BB13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57" creationId="{6A5B3527-A47B-125C-8A23-F739D5EB9BDB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58" creationId="{5803B6EC-4E5D-79EF-00C7-D96831A7B5AB}"/>
          </ac:spMkLst>
        </pc:spChg>
        <pc:spChg chg="mod">
          <ac:chgData name="병선 박" userId="374bbc00b8f711d5" providerId="LiveId" clId="{5DE3988C-1F83-4C27-BD42-38CBC20CEFDA}" dt="2026-02-08T00:05:40.128" v="3673" actId="20577"/>
          <ac:spMkLst>
            <pc:docMk/>
            <pc:sldMk cId="869455201" sldId="274"/>
            <ac:spMk id="60" creationId="{B19C9F5A-8DB8-45C2-9FC4-7ABF7A4E1B92}"/>
          </ac:spMkLst>
        </pc:spChg>
        <pc:spChg chg="mod">
          <ac:chgData name="병선 박" userId="374bbc00b8f711d5" providerId="LiveId" clId="{5DE3988C-1F83-4C27-BD42-38CBC20CEFDA}" dt="2026-02-08T00:05:27.773" v="3637" actId="20577"/>
          <ac:spMkLst>
            <pc:docMk/>
            <pc:sldMk cId="869455201" sldId="274"/>
            <ac:spMk id="61" creationId="{55A2EEB1-0021-1ADA-00ED-E907248D2FC7}"/>
          </ac:spMkLst>
        </pc:spChg>
        <pc:spChg chg="mod">
          <ac:chgData name="병선 박" userId="374bbc00b8f711d5" providerId="LiveId" clId="{5DE3988C-1F83-4C27-BD42-38CBC20CEFDA}" dt="2026-02-08T00:25:22.408" v="4055" actId="20577"/>
          <ac:spMkLst>
            <pc:docMk/>
            <pc:sldMk cId="869455201" sldId="274"/>
            <ac:spMk id="62" creationId="{54B2905A-4789-5C84-A7F1-ADD035F5B1A7}"/>
          </ac:spMkLst>
        </pc:spChg>
        <pc:spChg chg="add mod">
          <ac:chgData name="병선 박" userId="374bbc00b8f711d5" providerId="LiveId" clId="{5DE3988C-1F83-4C27-BD42-38CBC20CEFDA}" dt="2026-02-08T00:16:37.742" v="3922" actId="1076"/>
          <ac:spMkLst>
            <pc:docMk/>
            <pc:sldMk cId="869455201" sldId="274"/>
            <ac:spMk id="65" creationId="{418AB728-6B0C-BB7B-2662-67EB01AB1428}"/>
          </ac:spMkLst>
        </pc:spChg>
        <pc:spChg chg="add del mod">
          <ac:chgData name="병선 박" userId="374bbc00b8f711d5" providerId="LiveId" clId="{5DE3988C-1F83-4C27-BD42-38CBC20CEFDA}" dt="2026-02-08T00:12:58.166" v="3824"/>
          <ac:spMkLst>
            <pc:docMk/>
            <pc:sldMk cId="869455201" sldId="274"/>
            <ac:spMk id="68" creationId="{ADE1731A-E81A-B191-25D5-61EDBA8617D0}"/>
          </ac:spMkLst>
        </pc:spChg>
        <pc:spChg chg="add mod">
          <ac:chgData name="병선 박" userId="374bbc00b8f711d5" providerId="LiveId" clId="{5DE3988C-1F83-4C27-BD42-38CBC20CEFDA}" dt="2026-02-08T00:22:31.342" v="4040" actId="1076"/>
          <ac:spMkLst>
            <pc:docMk/>
            <pc:sldMk cId="869455201" sldId="274"/>
            <ac:spMk id="69" creationId="{A6B2297D-CA94-490E-D5C8-BACA1C9738A3}"/>
          </ac:spMkLst>
        </pc:spChg>
        <pc:spChg chg="add mod">
          <ac:chgData name="병선 박" userId="374bbc00b8f711d5" providerId="LiveId" clId="{5DE3988C-1F83-4C27-BD42-38CBC20CEFDA}" dt="2026-02-08T00:19:07.066" v="4022" actId="1076"/>
          <ac:spMkLst>
            <pc:docMk/>
            <pc:sldMk cId="869455201" sldId="274"/>
            <ac:spMk id="73" creationId="{F185923D-55EC-E4E1-B322-5E620B58DAA8}"/>
          </ac:spMkLst>
        </pc:spChg>
        <pc:grpChg chg="add mod">
          <ac:chgData name="병선 박" userId="374bbc00b8f711d5" providerId="LiveId" clId="{5DE3988C-1F83-4C27-BD42-38CBC20CEFDA}" dt="2026-02-06T05:22:12.722" v="3069" actId="1076"/>
          <ac:grpSpMkLst>
            <pc:docMk/>
            <pc:sldMk cId="869455201" sldId="274"/>
            <ac:grpSpMk id="4" creationId="{F6A5DB2E-6D93-5C6D-C45B-9B5D2E14B5DD}"/>
          </ac:grpSpMkLst>
        </pc:grpChg>
        <pc:grpChg chg="add mod">
          <ac:chgData name="병선 박" userId="374bbc00b8f711d5" providerId="LiveId" clId="{5DE3988C-1F83-4C27-BD42-38CBC20CEFDA}" dt="2026-02-06T05:22:12.722" v="3069" actId="1076"/>
          <ac:grpSpMkLst>
            <pc:docMk/>
            <pc:sldMk cId="869455201" sldId="274"/>
            <ac:grpSpMk id="10" creationId="{3F03829D-64E1-1A04-4FC8-04336F3F6BD7}"/>
          </ac:grpSpMkLst>
        </pc:grpChg>
        <pc:grpChg chg="add mod">
          <ac:chgData name="병선 박" userId="374bbc00b8f711d5" providerId="LiveId" clId="{5DE3988C-1F83-4C27-BD42-38CBC20CEFDA}" dt="2026-02-06T05:22:12.722" v="3069" actId="1076"/>
          <ac:grpSpMkLst>
            <pc:docMk/>
            <pc:sldMk cId="869455201" sldId="274"/>
            <ac:grpSpMk id="14" creationId="{8E444017-D01B-F387-9DCE-DAF7A9500A1C}"/>
          </ac:grpSpMkLst>
        </pc:grpChg>
        <pc:grpChg chg="add mod">
          <ac:chgData name="병선 박" userId="374bbc00b8f711d5" providerId="LiveId" clId="{5DE3988C-1F83-4C27-BD42-38CBC20CEFDA}" dt="2026-02-06T05:22:12.722" v="3069" actId="1076"/>
          <ac:grpSpMkLst>
            <pc:docMk/>
            <pc:sldMk cId="869455201" sldId="274"/>
            <ac:grpSpMk id="18" creationId="{F205485A-C989-DD20-6C27-903F913D70BD}"/>
          </ac:grpSpMkLst>
        </pc:grpChg>
        <pc:grpChg chg="add mod">
          <ac:chgData name="병선 박" userId="374bbc00b8f711d5" providerId="LiveId" clId="{5DE3988C-1F83-4C27-BD42-38CBC20CEFDA}" dt="2026-02-06T05:22:25.122" v="3071" actId="1076"/>
          <ac:grpSpMkLst>
            <pc:docMk/>
            <pc:sldMk cId="869455201" sldId="274"/>
            <ac:grpSpMk id="22" creationId="{9D5EBAD6-87EF-1958-AE7A-48AA522056D8}"/>
          </ac:grpSpMkLst>
        </pc:grpChg>
        <pc:grpChg chg="add mod">
          <ac:chgData name="병선 박" userId="374bbc00b8f711d5" providerId="LiveId" clId="{5DE3988C-1F83-4C27-BD42-38CBC20CEFDA}" dt="2026-02-07T23:50:57.259" v="3370" actId="1076"/>
          <ac:grpSpMkLst>
            <pc:docMk/>
            <pc:sldMk cId="869455201" sldId="274"/>
            <ac:grpSpMk id="34" creationId="{DCB0E6F9-9FFD-9E2E-6A8D-CA3EC1052691}"/>
          </ac:grpSpMkLst>
        </pc:grpChg>
        <pc:grpChg chg="add mod">
          <ac:chgData name="병선 박" userId="374bbc00b8f711d5" providerId="LiveId" clId="{5DE3988C-1F83-4C27-BD42-38CBC20CEFDA}" dt="2026-02-08T00:22:00.423" v="4035" actId="1076"/>
          <ac:grpSpMkLst>
            <pc:docMk/>
            <pc:sldMk cId="869455201" sldId="274"/>
            <ac:grpSpMk id="45" creationId="{CC32B7EA-680A-A5FB-49B8-B4ADED23E5D2}"/>
          </ac:grpSpMkLst>
        </pc:grpChg>
        <pc:grpChg chg="add mod">
          <ac:chgData name="병선 박" userId="374bbc00b8f711d5" providerId="LiveId" clId="{5DE3988C-1F83-4C27-BD42-38CBC20CEFDA}" dt="2026-02-08T00:22:10.508" v="4036" actId="1076"/>
          <ac:grpSpMkLst>
            <pc:docMk/>
            <pc:sldMk cId="869455201" sldId="274"/>
            <ac:grpSpMk id="59" creationId="{F125CED9-3115-5A2D-7929-3508C9CF89D9}"/>
          </ac:grpSpMkLst>
        </pc:grpChg>
        <pc:cxnChg chg="add mod">
          <ac:chgData name="병선 박" userId="374bbc00b8f711d5" providerId="LiveId" clId="{5DE3988C-1F83-4C27-BD42-38CBC20CEFDA}" dt="2026-02-07T23:46:14.050" v="3280" actId="1076"/>
          <ac:cxnSpMkLst>
            <pc:docMk/>
            <pc:sldMk cId="869455201" sldId="274"/>
            <ac:cxnSpMk id="2" creationId="{5F4039C7-BCBF-B599-4B27-CFB78F85DE3D}"/>
          </ac:cxnSpMkLst>
        </pc:cxnChg>
        <pc:cxnChg chg="add mod">
          <ac:chgData name="병선 박" userId="374bbc00b8f711d5" providerId="LiveId" clId="{5DE3988C-1F83-4C27-BD42-38CBC20CEFDA}" dt="2026-02-06T05:56:07.122" v="3150" actId="14100"/>
          <ac:cxnSpMkLst>
            <pc:docMk/>
            <pc:sldMk cId="869455201" sldId="274"/>
            <ac:cxnSpMk id="29" creationId="{BEBDDC70-7FE4-746A-D01C-02F34B0A8860}"/>
          </ac:cxnSpMkLst>
        </pc:cxnChg>
        <pc:cxnChg chg="add mod">
          <ac:chgData name="병선 박" userId="374bbc00b8f711d5" providerId="LiveId" clId="{5DE3988C-1F83-4C27-BD42-38CBC20CEFDA}" dt="2026-02-06T05:56:47.190" v="3159" actId="14100"/>
          <ac:cxnSpMkLst>
            <pc:docMk/>
            <pc:sldMk cId="869455201" sldId="274"/>
            <ac:cxnSpMk id="32" creationId="{1F4444A7-8DA7-B516-C57E-3C75F9CF7975}"/>
          </ac:cxnSpMkLst>
        </pc:cxnChg>
        <pc:cxnChg chg="add mod">
          <ac:chgData name="병선 박" userId="374bbc00b8f711d5" providerId="LiveId" clId="{5DE3988C-1F83-4C27-BD42-38CBC20CEFDA}" dt="2026-02-07T23:49:41.034" v="3365" actId="14100"/>
          <ac:cxnSpMkLst>
            <pc:docMk/>
            <pc:sldMk cId="869455201" sldId="274"/>
            <ac:cxnSpMk id="39" creationId="{ACB247DC-FEE6-1A9D-35F5-782011198404}"/>
          </ac:cxnSpMkLst>
        </pc:cxnChg>
        <pc:cxnChg chg="add mod">
          <ac:chgData name="병선 박" userId="374bbc00b8f711d5" providerId="LiveId" clId="{5DE3988C-1F83-4C27-BD42-38CBC20CEFDA}" dt="2026-02-08T00:23:26.347" v="4048" actId="14100"/>
          <ac:cxnSpMkLst>
            <pc:docMk/>
            <pc:sldMk cId="869455201" sldId="274"/>
            <ac:cxnSpMk id="42" creationId="{D6EAEB6D-E10F-15AD-5ACA-1CD89582A0A1}"/>
          </ac:cxnSpMkLst>
        </pc:cxnChg>
        <pc:cxnChg chg="add mod">
          <ac:chgData name="병선 박" userId="374bbc00b8f711d5" providerId="LiveId" clId="{5DE3988C-1F83-4C27-BD42-38CBC20CEFDA}" dt="2026-02-08T00:22:45.430" v="4042" actId="14100"/>
          <ac:cxnSpMkLst>
            <pc:docMk/>
            <pc:sldMk cId="869455201" sldId="274"/>
            <ac:cxnSpMk id="51" creationId="{91F420FB-3D79-84BC-4D4F-DE72788BD879}"/>
          </ac:cxnSpMkLst>
        </pc:cxnChg>
        <pc:cxnChg chg="add mod">
          <ac:chgData name="병선 박" userId="374bbc00b8f711d5" providerId="LiveId" clId="{5DE3988C-1F83-4C27-BD42-38CBC20CEFDA}" dt="2026-02-08T00:02:06.689" v="3583" actId="14100"/>
          <ac:cxnSpMkLst>
            <pc:docMk/>
            <pc:sldMk cId="869455201" sldId="274"/>
            <ac:cxnSpMk id="54" creationId="{BDE43954-573F-4BB7-34BE-569C023A470E}"/>
          </ac:cxnSpMkLst>
        </pc:cxnChg>
        <pc:cxnChg chg="add mod">
          <ac:chgData name="병선 박" userId="374bbc00b8f711d5" providerId="LiveId" clId="{5DE3988C-1F83-4C27-BD42-38CBC20CEFDA}" dt="2026-02-08T00:07:57.933" v="3676" actId="14100"/>
          <ac:cxnSpMkLst>
            <pc:docMk/>
            <pc:sldMk cId="869455201" sldId="274"/>
            <ac:cxnSpMk id="63" creationId="{EBD6521E-4A7F-83F7-81AD-3951BE78BC0C}"/>
          </ac:cxnSpMkLst>
        </pc:cxnChg>
        <pc:cxnChg chg="add mod">
          <ac:chgData name="병선 박" userId="374bbc00b8f711d5" providerId="LiveId" clId="{5DE3988C-1F83-4C27-BD42-38CBC20CEFDA}" dt="2026-02-08T00:22:23.976" v="4038" actId="14100"/>
          <ac:cxnSpMkLst>
            <pc:docMk/>
            <pc:sldMk cId="869455201" sldId="274"/>
            <ac:cxnSpMk id="66" creationId="{7D0AA1C7-7A85-F639-1C31-065F44D2910A}"/>
          </ac:cxnSpMkLst>
        </pc:cxnChg>
        <pc:cxnChg chg="add mod">
          <ac:chgData name="병선 박" userId="374bbc00b8f711d5" providerId="LiveId" clId="{5DE3988C-1F83-4C27-BD42-38CBC20CEFDA}" dt="2026-02-08T00:16:28.151" v="3921" actId="14100"/>
          <ac:cxnSpMkLst>
            <pc:docMk/>
            <pc:sldMk cId="869455201" sldId="274"/>
            <ac:cxnSpMk id="70" creationId="{AF4371C0-7B6A-8222-ADAB-C90B5544A11C}"/>
          </ac:cxnSpMkLst>
        </pc:cxnChg>
        <pc:cxnChg chg="add mod">
          <ac:chgData name="병선 박" userId="374bbc00b8f711d5" providerId="LiveId" clId="{5DE3988C-1F83-4C27-BD42-38CBC20CEFDA}" dt="2026-02-08T00:20:56.129" v="4025" actId="1076"/>
          <ac:cxnSpMkLst>
            <pc:docMk/>
            <pc:sldMk cId="869455201" sldId="274"/>
            <ac:cxnSpMk id="74" creationId="{4E2A4DB7-7653-B745-EEC1-C815E26B7D0A}"/>
          </ac:cxnSpMkLst>
        </pc:cxnChg>
        <pc:cxnChg chg="add mod">
          <ac:chgData name="병선 박" userId="374bbc00b8f711d5" providerId="LiveId" clId="{5DE3988C-1F83-4C27-BD42-38CBC20CEFDA}" dt="2026-02-08T00:21:05.204" v="4027" actId="1076"/>
          <ac:cxnSpMkLst>
            <pc:docMk/>
            <pc:sldMk cId="869455201" sldId="274"/>
            <ac:cxnSpMk id="76" creationId="{CD94853B-736A-0C9C-AC64-67280137D193}"/>
          </ac:cxnSpMkLst>
        </pc:cxnChg>
        <pc:cxnChg chg="add mod">
          <ac:chgData name="병선 박" userId="374bbc00b8f711d5" providerId="LiveId" clId="{5DE3988C-1F83-4C27-BD42-38CBC20CEFDA}" dt="2026-02-08T00:21:06.730" v="4028"/>
          <ac:cxnSpMkLst>
            <pc:docMk/>
            <pc:sldMk cId="869455201" sldId="274"/>
            <ac:cxnSpMk id="77" creationId="{361D023B-56A6-338D-369E-7DB7EC0B16C2}"/>
          </ac:cxnSpMkLst>
        </pc:cxnChg>
        <pc:cxnChg chg="add mod">
          <ac:chgData name="병선 박" userId="374bbc00b8f711d5" providerId="LiveId" clId="{5DE3988C-1F83-4C27-BD42-38CBC20CEFDA}" dt="2026-02-08T00:21:19.861" v="4030" actId="1076"/>
          <ac:cxnSpMkLst>
            <pc:docMk/>
            <pc:sldMk cId="869455201" sldId="274"/>
            <ac:cxnSpMk id="78" creationId="{E0BE463F-A930-5999-F2A9-6F9572BFC50D}"/>
          </ac:cxnSpMkLst>
        </pc:cxnChg>
        <pc:cxnChg chg="add mod">
          <ac:chgData name="병선 박" userId="374bbc00b8f711d5" providerId="LiveId" clId="{5DE3988C-1F83-4C27-BD42-38CBC20CEFDA}" dt="2026-02-08T00:21:30.794" v="4032" actId="1076"/>
          <ac:cxnSpMkLst>
            <pc:docMk/>
            <pc:sldMk cId="869455201" sldId="274"/>
            <ac:cxnSpMk id="79" creationId="{CFD1518E-F542-6FEB-8F70-086E4EF2C390}"/>
          </ac:cxnSpMkLst>
        </pc:cxnChg>
        <pc:cxnChg chg="add mod">
          <ac:chgData name="병선 박" userId="374bbc00b8f711d5" providerId="LiveId" clId="{5DE3988C-1F83-4C27-BD42-38CBC20CEFDA}" dt="2026-02-08T00:22:00.423" v="4035" actId="1076"/>
          <ac:cxnSpMkLst>
            <pc:docMk/>
            <pc:sldMk cId="869455201" sldId="274"/>
            <ac:cxnSpMk id="80" creationId="{EA8990F9-1CB1-5ED7-4A27-E7BF26463CBF}"/>
          </ac:cxnSpMkLst>
        </pc:cxnChg>
      </pc:sldChg>
      <pc:sldChg chg="addSp delSp modSp new mod">
        <pc:chgData name="병선 박" userId="374bbc00b8f711d5" providerId="LiveId" clId="{5DE3988C-1F83-4C27-BD42-38CBC20CEFDA}" dt="2026-02-09T05:52:39.367" v="6888" actId="20577"/>
        <pc:sldMkLst>
          <pc:docMk/>
          <pc:sldMk cId="913471127" sldId="275"/>
        </pc:sldMkLst>
        <pc:graphicFrameChg chg="add mod modGraphic">
          <ac:chgData name="병선 박" userId="374bbc00b8f711d5" providerId="LiveId" clId="{5DE3988C-1F83-4C27-BD42-38CBC20CEFDA}" dt="2026-02-09T05:42:05.680" v="6649" actId="14100"/>
          <ac:graphicFrameMkLst>
            <pc:docMk/>
            <pc:sldMk cId="913471127" sldId="275"/>
            <ac:graphicFrameMk id="2" creationId="{202AA1F1-5D63-A2FC-32E5-597F55876AC2}"/>
          </ac:graphicFrameMkLst>
        </pc:graphicFrameChg>
        <pc:graphicFrameChg chg="add mod modGraphic">
          <ac:chgData name="병선 박" userId="374bbc00b8f711d5" providerId="LiveId" clId="{5DE3988C-1F83-4C27-BD42-38CBC20CEFDA}" dt="2026-02-09T05:52:39.367" v="6888" actId="20577"/>
          <ac:graphicFrameMkLst>
            <pc:docMk/>
            <pc:sldMk cId="913471127" sldId="275"/>
            <ac:graphicFrameMk id="3" creationId="{313C038D-0C7C-DA8E-B54F-F09AAC9C739D}"/>
          </ac:graphicFrameMkLst>
        </pc:graphicFrameChg>
      </pc:sldChg>
      <pc:sldChg chg="addSp delSp modSp new mod setBg">
        <pc:chgData name="병선 박" userId="374bbc00b8f711d5" providerId="LiveId" clId="{5DE3988C-1F83-4C27-BD42-38CBC20CEFDA}" dt="2026-02-06T02:21:30.223" v="2801" actId="14100"/>
        <pc:sldMkLst>
          <pc:docMk/>
          <pc:sldMk cId="2870020406" sldId="276"/>
        </pc:sldMkLst>
        <pc:picChg chg="add mod ord">
          <ac:chgData name="병선 박" userId="374bbc00b8f711d5" providerId="LiveId" clId="{5DE3988C-1F83-4C27-BD42-38CBC20CEFDA}" dt="2026-02-06T02:21:07.345" v="2792" actId="14100"/>
          <ac:picMkLst>
            <pc:docMk/>
            <pc:sldMk cId="2870020406" sldId="276"/>
            <ac:picMk id="5" creationId="{04CD6BB2-20D9-80F8-8731-11EA4EEBAF7C}"/>
          </ac:picMkLst>
        </pc:picChg>
        <pc:picChg chg="add mod">
          <ac:chgData name="병선 박" userId="374bbc00b8f711d5" providerId="LiveId" clId="{5DE3988C-1F83-4C27-BD42-38CBC20CEFDA}" dt="2026-02-06T02:21:30.223" v="2801" actId="14100"/>
          <ac:picMkLst>
            <pc:docMk/>
            <pc:sldMk cId="2870020406" sldId="276"/>
            <ac:picMk id="7" creationId="{A98408C0-DA15-14BD-C093-60B66E9DD24F}"/>
          </ac:picMkLst>
        </pc:picChg>
        <pc:picChg chg="add mod">
          <ac:chgData name="병선 박" userId="374bbc00b8f711d5" providerId="LiveId" clId="{5DE3988C-1F83-4C27-BD42-38CBC20CEFDA}" dt="2026-02-06T02:21:16.705" v="2796" actId="14100"/>
          <ac:picMkLst>
            <pc:docMk/>
            <pc:sldMk cId="2870020406" sldId="276"/>
            <ac:picMk id="9" creationId="{C7C9FE47-1979-16CC-618E-8DA81EDFE039}"/>
          </ac:picMkLst>
        </pc:picChg>
      </pc:sldChg>
      <pc:sldChg chg="addSp delSp modSp new mod">
        <pc:chgData name="병선 박" userId="374bbc00b8f711d5" providerId="LiveId" clId="{5DE3988C-1F83-4C27-BD42-38CBC20CEFDA}" dt="2026-02-09T06:58:16.487" v="7455" actId="14100"/>
        <pc:sldMkLst>
          <pc:docMk/>
          <pc:sldMk cId="3815081125" sldId="277"/>
        </pc:sldMkLst>
        <pc:graphicFrameChg chg="add mod modGraphic">
          <ac:chgData name="병선 박" userId="374bbc00b8f711d5" providerId="LiveId" clId="{5DE3988C-1F83-4C27-BD42-38CBC20CEFDA}" dt="2026-02-09T06:46:34.701" v="7232" actId="14100"/>
          <ac:graphicFrameMkLst>
            <pc:docMk/>
            <pc:sldMk cId="3815081125" sldId="277"/>
            <ac:graphicFrameMk id="2" creationId="{C8CCAC50-CFB1-A455-A82C-8AD6B58D305B}"/>
          </ac:graphicFrameMkLst>
        </pc:graphicFrameChg>
        <pc:graphicFrameChg chg="add mod modGraphic">
          <ac:chgData name="병선 박" userId="374bbc00b8f711d5" providerId="LiveId" clId="{5DE3988C-1F83-4C27-BD42-38CBC20CEFDA}" dt="2026-02-09T06:58:16.487" v="7455" actId="14100"/>
          <ac:graphicFrameMkLst>
            <pc:docMk/>
            <pc:sldMk cId="3815081125" sldId="277"/>
            <ac:graphicFrameMk id="3" creationId="{C77E979B-7CFC-4DBB-D595-DBAE7C0003B0}"/>
          </ac:graphicFrameMkLst>
        </pc:graphicFrameChg>
      </pc:sldChg>
      <pc:sldChg chg="addSp delSp modSp new mod">
        <pc:chgData name="병선 박" userId="374bbc00b8f711d5" providerId="LiveId" clId="{5DE3988C-1F83-4C27-BD42-38CBC20CEFDA}" dt="2026-02-08T00:52:20.838" v="4894" actId="478"/>
        <pc:sldMkLst>
          <pc:docMk/>
          <pc:sldMk cId="2702868986" sldId="280"/>
        </pc:sldMkLst>
        <pc:spChg chg="del">
          <ac:chgData name="병선 박" userId="374bbc00b8f711d5" providerId="LiveId" clId="{5DE3988C-1F83-4C27-BD42-38CBC20CEFDA}" dt="2026-02-08T00:47:52.140" v="4877" actId="478"/>
          <ac:spMkLst>
            <pc:docMk/>
            <pc:sldMk cId="2702868986" sldId="280"/>
            <ac:spMk id="2" creationId="{0E916E67-35E9-93A4-85FC-297DF26AACF9}"/>
          </ac:spMkLst>
        </pc:spChg>
        <pc:spChg chg="del">
          <ac:chgData name="병선 박" userId="374bbc00b8f711d5" providerId="LiveId" clId="{5DE3988C-1F83-4C27-BD42-38CBC20CEFDA}" dt="2026-02-08T00:47:51.129" v="4876" actId="478"/>
          <ac:spMkLst>
            <pc:docMk/>
            <pc:sldMk cId="2702868986" sldId="280"/>
            <ac:spMk id="3" creationId="{A6C827BE-B606-C1D6-86A8-3ED1AE855DA9}"/>
          </ac:spMkLst>
        </pc:spChg>
        <pc:spChg chg="add del mod">
          <ac:chgData name="병선 박" userId="374bbc00b8f711d5" providerId="LiveId" clId="{5DE3988C-1F83-4C27-BD42-38CBC20CEFDA}" dt="2026-02-08T00:52:20.838" v="4894" actId="478"/>
          <ac:spMkLst>
            <pc:docMk/>
            <pc:sldMk cId="2702868986" sldId="280"/>
            <ac:spMk id="4" creationId="{4A32060B-4B02-E035-768D-0B702FFB330A}"/>
          </ac:spMkLst>
        </pc:spChg>
      </pc:sldChg>
      <pc:sldChg chg="addSp delSp modSp new mod">
        <pc:chgData name="병선 박" userId="374bbc00b8f711d5" providerId="LiveId" clId="{5DE3988C-1F83-4C27-BD42-38CBC20CEFDA}" dt="2026-02-08T05:51:23.350" v="4904" actId="14100"/>
        <pc:sldMkLst>
          <pc:docMk/>
          <pc:sldMk cId="2547435073" sldId="281"/>
        </pc:sldMkLst>
        <pc:spChg chg="del">
          <ac:chgData name="병선 박" userId="374bbc00b8f711d5" providerId="LiveId" clId="{5DE3988C-1F83-4C27-BD42-38CBC20CEFDA}" dt="2026-02-08T05:50:45.739" v="4897" actId="478"/>
          <ac:spMkLst>
            <pc:docMk/>
            <pc:sldMk cId="2547435073" sldId="281"/>
            <ac:spMk id="2" creationId="{2B9355C9-6342-A5C6-A120-F17E7095C33E}"/>
          </ac:spMkLst>
        </pc:spChg>
        <pc:spChg chg="del">
          <ac:chgData name="병선 박" userId="374bbc00b8f711d5" providerId="LiveId" clId="{5DE3988C-1F83-4C27-BD42-38CBC20CEFDA}" dt="2026-02-08T05:50:44.590" v="4896" actId="478"/>
          <ac:spMkLst>
            <pc:docMk/>
            <pc:sldMk cId="2547435073" sldId="281"/>
            <ac:spMk id="3" creationId="{D9C5B5B0-886C-CC01-56B8-213E5CDE6921}"/>
          </ac:spMkLst>
        </pc:spChg>
        <pc:picChg chg="add mod">
          <ac:chgData name="병선 박" userId="374bbc00b8f711d5" providerId="LiveId" clId="{5DE3988C-1F83-4C27-BD42-38CBC20CEFDA}" dt="2026-02-08T05:51:23.350" v="4904" actId="14100"/>
          <ac:picMkLst>
            <pc:docMk/>
            <pc:sldMk cId="2547435073" sldId="281"/>
            <ac:picMk id="5" creationId="{CD98F5B4-AB03-8DF8-73FD-3CA596B5BD0D}"/>
          </ac:picMkLst>
        </pc:picChg>
      </pc:sldChg>
      <pc:sldChg chg="delSp new mod">
        <pc:chgData name="병선 박" userId="374bbc00b8f711d5" providerId="LiveId" clId="{5DE3988C-1F83-4C27-BD42-38CBC20CEFDA}" dt="2026-02-08T05:51:32.552" v="4907" actId="478"/>
        <pc:sldMkLst>
          <pc:docMk/>
          <pc:sldMk cId="3886230230" sldId="282"/>
        </pc:sldMkLst>
        <pc:spChg chg="del">
          <ac:chgData name="병선 박" userId="374bbc00b8f711d5" providerId="LiveId" clId="{5DE3988C-1F83-4C27-BD42-38CBC20CEFDA}" dt="2026-02-08T05:51:32.552" v="4907" actId="478"/>
          <ac:spMkLst>
            <pc:docMk/>
            <pc:sldMk cId="3886230230" sldId="282"/>
            <ac:spMk id="2" creationId="{6E391703-F3BE-2E5E-CD32-0902872BC7CD}"/>
          </ac:spMkLst>
        </pc:spChg>
        <pc:spChg chg="del">
          <ac:chgData name="병선 박" userId="374bbc00b8f711d5" providerId="LiveId" clId="{5DE3988C-1F83-4C27-BD42-38CBC20CEFDA}" dt="2026-02-08T05:51:31.710" v="4906" actId="478"/>
          <ac:spMkLst>
            <pc:docMk/>
            <pc:sldMk cId="3886230230" sldId="282"/>
            <ac:spMk id="3" creationId="{370714D4-B7BA-5105-196F-8F04ED9958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F6409-899F-4266-B2F8-1046EDC8F8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E9912-CA7C-4E65-9DCE-D82F4BA121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40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E9912-CA7C-4E65-9DCE-D82F4BA121D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564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E9912-CA7C-4E65-9DCE-D82F4BA121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8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E9912-CA7C-4E65-9DCE-D82F4BA121D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1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49453-AF41-0FBA-2159-32EC8B475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C74783-5C5D-C5AF-4320-8B709ADC5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0F0513-89AD-0221-5899-29325FCD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3F1F1-E427-72CA-FA56-6E4CD7B3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22D42-DFE7-6457-4621-F74FD9A6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65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A40C0-E72F-6F8D-5F40-EB29CEED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ED8CB-BCAD-65B8-D7A9-1DAEFBDDE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9EC77B-A56D-5E5B-760A-2836C8EA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1B6651-3829-92B3-8803-8E8649D4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6DFBA-131B-3C50-F6D1-F4EDFA48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68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C59AF-9EC3-0041-A6D7-D67B835F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384A68-1BD7-3E9B-209B-EC0C1B9F3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E93C6-BAC2-D9C8-1ED1-914B1963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C1149F-8146-A1B1-22B5-E0CD3D1D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83E2C-0714-958B-D33B-ACBA6268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41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B3781-AC5A-640C-E388-0B3CB8C6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FEBB9-2C9E-BBD0-BE20-8EF5254D0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6B8AD3-17CC-3495-B362-D1E35AEB2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961B-CEBD-8010-FEC3-501DA932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86D2E-3BB6-0177-156F-9C70CBBA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C616F-3416-BD8C-D1AE-9FEEA4FB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7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94A9D-74F9-28C5-3575-BD5F9961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9494A9-D71F-0D06-DACB-F460A07A3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A630B0-AE30-2E56-EC1E-4E9FB600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0DCFC1-A7FB-8A76-9FCA-D3C81D269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255CC8-4AB0-CF06-1B17-3E433F88A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E7DFDC-5D3C-034C-32D9-4090C053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44EBD2-79A6-EAE7-44E2-DF43D488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9C286A-9A61-FC3C-9B0B-F98EA95D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63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2C4F3-CB4C-A3CD-C147-970BB1B0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F79350-9AA2-CFFE-E142-AA0D7F4A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8CFCEF-0157-9D0B-8F2B-B4F11CDB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28029F-A6F3-0AC7-B6F4-5014B0D6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25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EE2A96-8DF1-3650-8932-F6CEDA5B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B986D6-6B25-610D-D434-CF059E2B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F24952-4C7E-D24F-80BA-1D35ECC7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33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469DD-75BC-B5FF-B68C-0F531349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982784-6060-1CF7-D63E-7D9328CBF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07CBDA-3673-17B1-A98D-A35E54E85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024DD-48A4-0F73-F307-6D69A3A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5DAE03-323A-F2AE-88B0-D8DB273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E732E7-7EF0-3ACF-DD10-9A1FBBA0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4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99AF6-E2B9-61ED-0412-534F3F3B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3D48A6-7724-18B2-FE58-45FA21731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A62261-2BE5-E526-F65C-C1D756A8B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140350-EDCD-1F9C-4F38-6B80D9B8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635370-D272-7394-7D7B-BB448A5A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E9A4EA-E927-71D8-D48D-CDFD6104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5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7ABE3-4EFA-1960-030F-C48A0AC7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CD8EC0-8A71-980C-D821-731E44E09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8B704-4EDA-A2F6-AD11-2411A1D6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899C4-30DE-8BA1-D0F9-5CF7123C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73708-8BAE-2CF7-C347-4B37DEDC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83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325D63-D44C-CA68-8D49-28E8C3BF7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C02790-2CA3-353A-F728-01D440BDB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CC2854-5493-D6D8-86D2-665F3E81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50D2D-18E1-5462-8AD5-E38C4EAD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C466A-B42A-5367-C161-AD8210B9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93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864C0-1241-B6AF-C10A-0D0CF63D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A13B08-BB2C-C5AB-6D81-221F321A3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54EA3-ED4C-0EBA-B3B6-19AA2BC3E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EA4CD-BF1E-4E64-94B1-C797585AD30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C4C19-117A-0365-A455-EC92EA2BD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2581E-FE4E-4163-AB37-EB2A37A26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77281-31BF-4B26-9088-E0F0DA19B9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70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5EEE27-89A9-35AA-EBE9-C381D390A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3" b="24923"/>
          <a:stretch>
            <a:fillRect/>
          </a:stretch>
        </p:blipFill>
        <p:spPr>
          <a:xfrm>
            <a:off x="4160676" y="2851568"/>
            <a:ext cx="3605601" cy="1821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63BD7A-D513-2B87-C960-D707220164EE}"/>
              </a:ext>
            </a:extLst>
          </p:cNvPr>
          <p:cNvSpPr txBox="1"/>
          <p:nvPr/>
        </p:nvSpPr>
        <p:spPr>
          <a:xfrm>
            <a:off x="2226362" y="1722783"/>
            <a:ext cx="7474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MVP </a:t>
            </a:r>
            <a:r>
              <a:rPr lang="ko-KR" altLang="en-US" sz="2400" dirty="0"/>
              <a:t>버전</a:t>
            </a:r>
            <a:r>
              <a:rPr lang="en-US" altLang="ko-KR" sz="2400" dirty="0"/>
              <a:t> </a:t>
            </a:r>
            <a:r>
              <a:rPr lang="ko-KR" altLang="en-US" sz="2400" dirty="0"/>
              <a:t>개발 기획안</a:t>
            </a:r>
          </a:p>
        </p:txBody>
      </p:sp>
    </p:spTree>
    <p:extLst>
      <p:ext uri="{BB962C8B-B14F-4D97-AF65-F5344CB8AC3E}">
        <p14:creationId xmlns:p14="http://schemas.microsoft.com/office/powerpoint/2010/main" val="91166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FE3347-80C1-AE20-EC7E-F84FFCA85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36197"/>
              </p:ext>
            </p:extLst>
          </p:nvPr>
        </p:nvGraphicFramePr>
        <p:xfrm>
          <a:off x="330476" y="176368"/>
          <a:ext cx="11531048" cy="654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2147">
                  <a:extLst>
                    <a:ext uri="{9D8B030D-6E8A-4147-A177-3AD203B41FA5}">
                      <a16:colId xmlns:a16="http://schemas.microsoft.com/office/drawing/2014/main" val="1307327984"/>
                    </a:ext>
                  </a:extLst>
                </a:gridCol>
                <a:gridCol w="9428901">
                  <a:extLst>
                    <a:ext uri="{9D8B030D-6E8A-4147-A177-3AD203B41FA5}">
                      <a16:colId xmlns:a16="http://schemas.microsoft.com/office/drawing/2014/main" val="1527145702"/>
                    </a:ext>
                  </a:extLst>
                </a:gridCol>
              </a:tblGrid>
              <a:tr h="7712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서비스 품질의 표준화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운영 효율성 향상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비용 절감을 목적으로 설계된 </a:t>
                      </a:r>
                      <a:r>
                        <a:rPr lang="en-US" altLang="ko-KR" sz="1050" b="1" dirty="0"/>
                        <a:t>PDCA(Plan-Do-Check-Act) </a:t>
                      </a:r>
                      <a:r>
                        <a:rPr lang="ko-KR" altLang="en-US" sz="1050" b="1" dirty="0"/>
                        <a:t>기반 </a:t>
                      </a:r>
                      <a:endParaRPr lang="en-US" altLang="ko-KR" sz="1050" b="1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서비스 운영 시스템</a:t>
                      </a:r>
                      <a:r>
                        <a:rPr lang="ko-KR" altLang="en-US" sz="1050" dirty="0"/>
                        <a:t>의 제품 요구사항을 정의합니다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본 시스템은 현장 데이터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디지털 체크리스트 및 </a:t>
                      </a:r>
                      <a:r>
                        <a:rPr lang="en-US" altLang="ko-KR" sz="1050" dirty="0"/>
                        <a:t>AI </a:t>
                      </a:r>
                      <a:r>
                        <a:rPr lang="ko-KR" altLang="en-US" sz="1050" dirty="0"/>
                        <a:t>기반 분석을 활용하여 </a:t>
                      </a:r>
                      <a:endParaRPr lang="en-US" altLang="ko-KR" sz="105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서비스 운영의 디지털 전환을 실현합니다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298616"/>
                  </a:ext>
                </a:extLst>
              </a:tr>
              <a:tr h="1428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서비스 품질관리의 구조적 한계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서비스 품질관리 </a:t>
                      </a:r>
                      <a:r>
                        <a:rPr lang="ko-KR" altLang="en-US" sz="1050" b="1" dirty="0"/>
                        <a:t>표준화 부재</a:t>
                      </a:r>
                      <a:endParaRPr lang="ko-KR" altLang="en-US" sz="105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인적 서비스 불확실성 확대 → </a:t>
                      </a:r>
                      <a:r>
                        <a:rPr lang="ko-KR" altLang="en-US" sz="1050" b="1" dirty="0"/>
                        <a:t>리스크관리 비용 상승</a:t>
                      </a:r>
                      <a:endParaRPr lang="ko-KR" altLang="en-US" sz="105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직원 부족 </a:t>
                      </a:r>
                      <a:r>
                        <a:rPr lang="en-US" altLang="ko-KR" sz="1050" dirty="0"/>
                        <a:t>+ </a:t>
                      </a:r>
                      <a:r>
                        <a:rPr lang="ko-KR" altLang="en-US" sz="1050" b="1" dirty="0"/>
                        <a:t>외국인 근로자 증가</a:t>
                      </a:r>
                      <a:endParaRPr lang="ko-KR" altLang="en-US" sz="105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법</a:t>
                      </a:r>
                      <a:r>
                        <a:rPr lang="en-US" altLang="ko-KR" sz="1050" b="1" dirty="0"/>
                        <a:t>·</a:t>
                      </a:r>
                      <a:r>
                        <a:rPr lang="ko-KR" altLang="en-US" sz="1050" b="1" dirty="0"/>
                        <a:t>안전</a:t>
                      </a:r>
                      <a:r>
                        <a:rPr lang="en-US" altLang="ko-KR" sz="1050" b="1" dirty="0"/>
                        <a:t>·</a:t>
                      </a:r>
                      <a:r>
                        <a:rPr lang="ko-KR" altLang="en-US" sz="1050" b="1" dirty="0"/>
                        <a:t>위생 규제는 강화</a:t>
                      </a:r>
                      <a:endParaRPr lang="en-US" altLang="ko-KR" sz="1050" b="1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근본적 원인은 서비스 운영이 사람의 경험과 감</a:t>
                      </a:r>
                      <a:r>
                        <a:rPr lang="en-US" altLang="ko-KR" sz="1050" b="1" dirty="0"/>
                        <a:t>(</a:t>
                      </a:r>
                      <a:r>
                        <a:rPr lang="ko-KR" altLang="en-US" sz="1050" b="1" dirty="0"/>
                        <a:t>암묵지</a:t>
                      </a:r>
                      <a:r>
                        <a:rPr lang="en-US" altLang="ko-KR" sz="1050" b="1" dirty="0"/>
                        <a:t>)</a:t>
                      </a:r>
                      <a:r>
                        <a:rPr lang="ko-KR" altLang="en-US" sz="1050" b="1" dirty="0"/>
                        <a:t>에 의존하고 있기 때문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88408"/>
                  </a:ext>
                </a:extLst>
              </a:tr>
              <a:tr h="10119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품질 향상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표준화된 프로세스와 지속적인 개선 활동을 통한 서비스 품질 강화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운영 효율성 증대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업무 디지털화 및 보고 자동화를 통한 효율성 제고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비용 절감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자원 할당 최적화 및 인적 오류 최소화를 통한 운영 비용 절감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데이터 기반 의사결정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포괄적인 데이터 수집 및 분석을 통한 전략적 의사결정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425827"/>
                  </a:ext>
                </a:extLst>
              </a:tr>
              <a:tr h="10119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주요사용자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현장 관리자 </a:t>
                      </a:r>
                      <a:r>
                        <a:rPr lang="en-US" altLang="ko-KR" sz="1050" dirty="0"/>
                        <a:t>(Field Managers)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dirty="0"/>
                        <a:t>CS </a:t>
                      </a:r>
                      <a:r>
                        <a:rPr lang="ko-KR" altLang="en-US" sz="1050" dirty="0"/>
                        <a:t>담당자 </a:t>
                      </a:r>
                      <a:r>
                        <a:rPr lang="en-US" altLang="ko-KR" sz="1050" dirty="0"/>
                        <a:t>(CS Representatives)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서비스 실무진 </a:t>
                      </a:r>
                      <a:r>
                        <a:rPr lang="en-US" altLang="ko-KR" sz="1050" dirty="0"/>
                        <a:t>(Service Staff)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dirty="0"/>
                        <a:t>경영진 </a:t>
                      </a:r>
                      <a:r>
                        <a:rPr lang="en-US" altLang="ko-KR" sz="1050" dirty="0"/>
                        <a:t>(Management)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837918"/>
                  </a:ext>
                </a:extLst>
              </a:tr>
              <a:tr h="221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주요기능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실시간 서비스 모니터링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서비스 운영 현황을 실시간으로 시각화 하여 문제 발생 시 즉각 대응 지원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="1" dirty="0"/>
                        <a:t>AI </a:t>
                      </a:r>
                      <a:r>
                        <a:rPr lang="ko-KR" altLang="en-US" sz="1050" b="1" dirty="0"/>
                        <a:t>기반 이미지 인식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이미지 자동 분석을 통해 표준 준수 여부 확인 및 개선 필요 항목 식별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디지털 체크리스트 및 할 일 관리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업무 할당을 체계화하고 적시 수행 여부를 관리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="1" dirty="0"/>
                        <a:t>TPO </a:t>
                      </a:r>
                      <a:r>
                        <a:rPr lang="ko-KR" altLang="en-US" sz="1050" b="1" dirty="0"/>
                        <a:t>기반 표준 설정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시간</a:t>
                      </a:r>
                      <a:r>
                        <a:rPr lang="en-US" altLang="ko-KR" sz="1050" dirty="0"/>
                        <a:t>(Time), </a:t>
                      </a:r>
                      <a:r>
                        <a:rPr lang="ko-KR" altLang="en-US" sz="1050" dirty="0"/>
                        <a:t>장소</a:t>
                      </a:r>
                      <a:r>
                        <a:rPr lang="en-US" altLang="ko-KR" sz="1050" dirty="0"/>
                        <a:t>(Place), </a:t>
                      </a:r>
                      <a:r>
                        <a:rPr lang="ko-KR" altLang="en-US" sz="1050" dirty="0"/>
                        <a:t>상황</a:t>
                      </a:r>
                      <a:r>
                        <a:rPr lang="en-US" altLang="ko-KR" sz="1050" dirty="0"/>
                        <a:t>(Occasion)</a:t>
                      </a:r>
                      <a:r>
                        <a:rPr lang="ko-KR" altLang="en-US" sz="1050" dirty="0"/>
                        <a:t>에 따른 유연한 관리 표준 설정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자동 보고서 생성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서비스 성과 보고서를 자동 생성하여 트렌드 분석 및 개선점 도출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사용자 맞춤형 대시보드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핵심 지표</a:t>
                      </a:r>
                      <a:r>
                        <a:rPr lang="en-US" altLang="ko-KR" sz="1050" dirty="0"/>
                        <a:t>(KPI)</a:t>
                      </a:r>
                      <a:r>
                        <a:rPr lang="ko-KR" altLang="en-US" sz="1050" dirty="0"/>
                        <a:t>를 한눈에 파악할 수 있는 개인화된 데이터 화면 제공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시스템 연동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기존 운영 시스템과의 데이터 통합으로 업무 연속성 보장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="1" dirty="0"/>
                        <a:t>VOC(</a:t>
                      </a:r>
                      <a:r>
                        <a:rPr lang="ko-KR" altLang="en-US" sz="1050" b="1" dirty="0"/>
                        <a:t>고객의 소리</a:t>
                      </a:r>
                      <a:r>
                        <a:rPr lang="en-US" altLang="ko-KR" sz="1050" b="1" dirty="0"/>
                        <a:t>) </a:t>
                      </a:r>
                      <a:r>
                        <a:rPr lang="ko-KR" altLang="en-US" sz="1050" b="1" dirty="0"/>
                        <a:t>분석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고객 피드백 분석을 통한 문제 해결 및 서비스 고도화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50" b="1" dirty="0"/>
                        <a:t>실시간 알림</a:t>
                      </a:r>
                      <a:r>
                        <a:rPr lang="en-US" altLang="ko-KR" sz="1050" b="1" dirty="0"/>
                        <a:t>:</a:t>
                      </a:r>
                      <a:r>
                        <a:rPr lang="ko-KR" altLang="en-US" sz="1050" dirty="0"/>
                        <a:t> 이슈 발생 시 즉각적인 알림 발송으로 관리자 대응 속도 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17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98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8F554-40FC-96EF-A3D9-7E2006B46C37}"/>
              </a:ext>
            </a:extLst>
          </p:cNvPr>
          <p:cNvSpPr txBox="1"/>
          <p:nvPr/>
        </p:nvSpPr>
        <p:spPr>
          <a:xfrm>
            <a:off x="1581976" y="118727"/>
            <a:ext cx="9478618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1600" dirty="0"/>
              <a:t>이미 시장 검증이 끝난 모니터링</a:t>
            </a:r>
            <a:r>
              <a:rPr lang="en-US" altLang="ko-KR" sz="1600" dirty="0"/>
              <a:t>(</a:t>
            </a:r>
            <a:r>
              <a:rPr lang="ko-KR" altLang="en-US" sz="1600" dirty="0"/>
              <a:t>단순 관제</a:t>
            </a:r>
            <a:r>
              <a:rPr lang="en-US" altLang="ko-KR" sz="1600" dirty="0"/>
              <a:t>)</a:t>
            </a:r>
            <a:r>
              <a:rPr lang="ko-KR" altLang="en-US" sz="1600" dirty="0"/>
              <a:t>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현장의 실질적인 변화를 이끌어내는 </a:t>
            </a:r>
            <a:endParaRPr lang="en-US" altLang="ko-KR" sz="1600" dirty="0"/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600" dirty="0"/>
              <a:t>'Action </a:t>
            </a:r>
            <a:r>
              <a:rPr lang="ko-KR" altLang="en-US" sz="1600" dirty="0"/>
              <a:t>시스템</a:t>
            </a:r>
            <a:r>
              <a:rPr lang="en-US" altLang="ko-KR" sz="1600" dirty="0"/>
              <a:t>'</a:t>
            </a:r>
            <a:r>
              <a:rPr lang="ko-KR" altLang="en-US" sz="1600" dirty="0"/>
              <a:t>에 집중하여 </a:t>
            </a:r>
            <a:r>
              <a:rPr lang="en-US" altLang="ko-KR" sz="1600" b="1" dirty="0"/>
              <a:t>MVP(Minimum Viable Product)</a:t>
            </a:r>
            <a:r>
              <a:rPr lang="ko-KR" altLang="en-US" sz="1600" dirty="0"/>
              <a:t> 개발을 위한 </a:t>
            </a:r>
            <a:endParaRPr lang="en-US" altLang="ko-KR" sz="1600" dirty="0"/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600" dirty="0"/>
              <a:t>PRD(</a:t>
            </a:r>
            <a:r>
              <a:rPr lang="ko-KR" altLang="en-US" sz="1600" dirty="0"/>
              <a:t>제품 요구사항 정의서</a:t>
            </a:r>
            <a:r>
              <a:rPr lang="en-US" altLang="ko-KR" sz="1600" dirty="0"/>
              <a:t>)</a:t>
            </a:r>
            <a:r>
              <a:rPr lang="ko-KR" altLang="en-US" sz="1600" dirty="0"/>
              <a:t>와 </a:t>
            </a:r>
            <a:r>
              <a:rPr lang="ko-KR" altLang="en-US" sz="1600" b="1" dirty="0"/>
              <a:t>기능요구정의서</a:t>
            </a:r>
            <a:r>
              <a:rPr lang="ko-KR" altLang="en-US" sz="1600" dirty="0"/>
              <a:t>를 작성해 드립니다</a:t>
            </a:r>
            <a:r>
              <a:rPr lang="en-US" altLang="ko-KR" sz="1600" dirty="0"/>
              <a:t>.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latin typeface="+mj-lt"/>
              </a:rPr>
              <a:t>MVP</a:t>
            </a:r>
            <a:r>
              <a:rPr lang="ko-KR" altLang="en-US" sz="1600" dirty="0">
                <a:latin typeface="+mj-lt"/>
              </a:rPr>
              <a:t>의 핵심은 데이터가 어떻게 액션으로 이어지고</a:t>
            </a:r>
            <a:r>
              <a:rPr lang="en-US" altLang="ko-KR" sz="1600" dirty="0">
                <a:latin typeface="+mj-lt"/>
              </a:rPr>
              <a:t>, </a:t>
            </a:r>
            <a:r>
              <a:rPr lang="ko-KR" altLang="en-US" sz="1600" dirty="0">
                <a:latin typeface="+mj-lt"/>
              </a:rPr>
              <a:t>그 액션이 어떻게 다시 수치화</a:t>
            </a:r>
            <a:r>
              <a:rPr lang="en-US" altLang="ko-KR" sz="1600" dirty="0">
                <a:latin typeface="+mj-lt"/>
              </a:rPr>
              <a:t>(KPI)</a:t>
            </a:r>
            <a:r>
              <a:rPr lang="ko-KR" altLang="en-US" sz="1600" dirty="0">
                <a:latin typeface="+mj-lt"/>
              </a:rPr>
              <a:t>되는가</a:t>
            </a:r>
            <a:r>
              <a:rPr lang="en-US" altLang="ko-KR" sz="1600" dirty="0">
                <a:latin typeface="+mj-lt"/>
              </a:rPr>
              <a:t>"</a:t>
            </a:r>
            <a:r>
              <a:rPr lang="ko-KR" altLang="en-US" sz="1600" dirty="0">
                <a:latin typeface="+mj-lt"/>
              </a:rPr>
              <a:t>입니다</a:t>
            </a:r>
            <a:r>
              <a:rPr lang="en-US" altLang="ko-KR" sz="1600" dirty="0">
                <a:latin typeface="+mj-lt"/>
              </a:rPr>
              <a:t>.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41E801-0EAD-4635-193A-12AF282F7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502797"/>
              </p:ext>
            </p:extLst>
          </p:nvPr>
        </p:nvGraphicFramePr>
        <p:xfrm>
          <a:off x="374442" y="1789889"/>
          <a:ext cx="11443115" cy="4870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3855">
                  <a:extLst>
                    <a:ext uri="{9D8B030D-6E8A-4147-A177-3AD203B41FA5}">
                      <a16:colId xmlns:a16="http://schemas.microsoft.com/office/drawing/2014/main" val="2011407776"/>
                    </a:ext>
                  </a:extLst>
                </a:gridCol>
                <a:gridCol w="2261162">
                  <a:extLst>
                    <a:ext uri="{9D8B030D-6E8A-4147-A177-3AD203B41FA5}">
                      <a16:colId xmlns:a16="http://schemas.microsoft.com/office/drawing/2014/main" val="2122192588"/>
                    </a:ext>
                  </a:extLst>
                </a:gridCol>
                <a:gridCol w="7298098">
                  <a:extLst>
                    <a:ext uri="{9D8B030D-6E8A-4147-A177-3AD203B41FA5}">
                      <a16:colId xmlns:a16="http://schemas.microsoft.com/office/drawing/2014/main" val="2921453093"/>
                    </a:ext>
                  </a:extLst>
                </a:gridCol>
              </a:tblGrid>
              <a:tr h="40277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MVP </a:t>
                      </a:r>
                      <a:r>
                        <a:rPr lang="ko-KR" altLang="en-US" sz="1200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CS MAC (Service Operations OS - Action Module)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924733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담당자만 알고 있는 정보가 회사가 알고 있는 정보로 전환되어 리스크관리 비용 절감을 증명한다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357142"/>
                  </a:ext>
                </a:extLst>
              </a:tr>
              <a:tr h="6332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TPO </a:t>
                      </a:r>
                      <a:r>
                        <a:rPr lang="ko-KR" altLang="en-US" sz="1200" dirty="0"/>
                        <a:t>기준에 따른 현장 실행력을 확보하고</a:t>
                      </a:r>
                      <a:r>
                        <a:rPr lang="en-US" altLang="ko-KR" sz="1200" dirty="0"/>
                        <a:t>, AI </a:t>
                      </a:r>
                      <a:r>
                        <a:rPr lang="ko-KR" altLang="en-US" sz="1200" dirty="0"/>
                        <a:t>판독을 통해 실시간 실행 근거를 검증하며</a:t>
                      </a:r>
                      <a:r>
                        <a:rPr lang="en-US" altLang="ko-KR" sz="1200" dirty="0"/>
                        <a:t>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객실관리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매장관리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시설관리 기반의 운영 효율성 </a:t>
                      </a:r>
                      <a:r>
                        <a:rPr lang="en-US" altLang="ko-KR" sz="1200" dirty="0"/>
                        <a:t>KPI</a:t>
                      </a:r>
                      <a:r>
                        <a:rPr lang="ko-KR" altLang="en-US" sz="1200" dirty="0"/>
                        <a:t>를 도출함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723577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핵심가치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"Check(</a:t>
                      </a:r>
                      <a:r>
                        <a:rPr lang="ko-KR" altLang="en-US" sz="1200" dirty="0"/>
                        <a:t>감시</a:t>
                      </a:r>
                      <a:r>
                        <a:rPr lang="en-US" altLang="ko-KR" sz="1200" dirty="0"/>
                        <a:t>)"</a:t>
                      </a:r>
                      <a:r>
                        <a:rPr lang="ko-KR" altLang="en-US" sz="1200" dirty="0"/>
                        <a:t>가 아닌 </a:t>
                      </a:r>
                      <a:r>
                        <a:rPr lang="en-US" altLang="ko-KR" sz="1200" dirty="0"/>
                        <a:t>"Action(</a:t>
                      </a:r>
                      <a:r>
                        <a:rPr lang="ko-KR" altLang="en-US" sz="1200" dirty="0"/>
                        <a:t>수행</a:t>
                      </a:r>
                      <a:r>
                        <a:rPr lang="en-US" altLang="ko-KR" sz="1200" dirty="0"/>
                        <a:t>)"</a:t>
                      </a:r>
                      <a:r>
                        <a:rPr lang="ko-KR" altLang="en-US" sz="1200" dirty="0"/>
                        <a:t>과 </a:t>
                      </a:r>
                      <a:r>
                        <a:rPr lang="en-US" altLang="ko-KR" sz="1200" dirty="0"/>
                        <a:t>"Analysis(</a:t>
                      </a:r>
                      <a:r>
                        <a:rPr lang="ko-KR" altLang="en-US" sz="1200" dirty="0"/>
                        <a:t>최적화</a:t>
                      </a:r>
                      <a:r>
                        <a:rPr lang="en-US" altLang="ko-KR" sz="1200" dirty="0"/>
                        <a:t>)"</a:t>
                      </a:r>
                      <a:r>
                        <a:rPr lang="ko-KR" altLang="en-US" sz="1200" dirty="0"/>
                        <a:t>의 연결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246644"/>
                  </a:ext>
                </a:extLst>
              </a:tr>
              <a:tr h="40277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 타겟 페르소나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Actioner (</a:t>
                      </a:r>
                      <a:r>
                        <a:rPr lang="ko-KR" altLang="en-US" sz="1200" dirty="0"/>
                        <a:t>현장 실무자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복잡한 판단 없이 지시된 </a:t>
                      </a:r>
                      <a:r>
                        <a:rPr lang="en-US" altLang="ko-KR" sz="1200" dirty="0"/>
                        <a:t>TPO </a:t>
                      </a:r>
                      <a:r>
                        <a:rPr lang="ko-KR" altLang="en-US" sz="1200" dirty="0"/>
                        <a:t>카드를 수행하고 근거만 남김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964563"/>
                  </a:ext>
                </a:extLst>
              </a:tr>
              <a:tr h="612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Controller (</a:t>
                      </a:r>
                      <a:r>
                        <a:rPr lang="ko-KR" altLang="en-US" sz="1200" dirty="0"/>
                        <a:t>현장 관리자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C00000"/>
                          </a:solidFill>
                        </a:rPr>
                        <a:t>보직</a:t>
                      </a:r>
                      <a:r>
                        <a:rPr lang="en-US" altLang="ko-KR" sz="1200" b="1" dirty="0">
                          <a:solidFill>
                            <a:srgbClr val="C00000"/>
                          </a:solidFill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rgbClr val="C00000"/>
                          </a:solidFill>
                        </a:rPr>
                        <a:t>경험과 무관하게 ‘어떻게 지시해야 하는지’를 알려주는 표준 업무지시 라이브러리”</a:t>
                      </a:r>
                      <a:br>
                        <a:rPr lang="en-US" altLang="ko-KR" sz="1200" b="1" dirty="0">
                          <a:solidFill>
                            <a:srgbClr val="C00000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rgbClr val="C00000"/>
                          </a:solidFill>
                        </a:rPr>
                        <a:t>(*</a:t>
                      </a:r>
                      <a:r>
                        <a:rPr lang="ko-KR" altLang="en-US" sz="1100" b="1" dirty="0">
                          <a:solidFill>
                            <a:srgbClr val="C00000"/>
                          </a:solidFill>
                        </a:rPr>
                        <a:t>해당 직무 전문성이 없는 관리자들의 역량 편차를 줄여주는 용도</a:t>
                      </a:r>
                      <a:r>
                        <a:rPr lang="en-US" altLang="ko-KR" sz="1100" b="1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714759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AI</a:t>
                      </a:r>
                      <a:r>
                        <a:rPr lang="ko-KR" altLang="en-US" sz="1200" dirty="0"/>
                        <a:t>가 필터링한 실행 근거를 확인하고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병목 구간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리드타임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을 관리함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872523"/>
                  </a:ext>
                </a:extLst>
              </a:tr>
              <a:tr h="40277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 유저 스토리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관리자</a:t>
                      </a:r>
                      <a:r>
                        <a:rPr lang="ko-KR" altLang="en-US" sz="1200" dirty="0"/>
                        <a:t>는 시간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장소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상황에 맞는 서비스 표준</a:t>
                      </a:r>
                      <a:r>
                        <a:rPr lang="en-US" altLang="ko-KR" sz="1200" dirty="0"/>
                        <a:t>(TPO)</a:t>
                      </a:r>
                      <a:r>
                        <a:rPr lang="ko-KR" altLang="en-US" sz="1200" dirty="0"/>
                        <a:t>을 설정하고 이행근거를 요청 할 수 있다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897677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실무자</a:t>
                      </a:r>
                      <a:r>
                        <a:rPr lang="ko-KR" altLang="en-US" sz="1200" dirty="0"/>
                        <a:t>는 본인에게 할당된 </a:t>
                      </a:r>
                      <a:r>
                        <a:rPr lang="en-US" altLang="ko-KR" sz="1200" dirty="0"/>
                        <a:t>'</a:t>
                      </a:r>
                      <a:r>
                        <a:rPr lang="ko-KR" altLang="en-US" sz="1200" dirty="0"/>
                        <a:t>직무카드</a:t>
                      </a:r>
                      <a:r>
                        <a:rPr lang="en-US" altLang="ko-KR" sz="1200" dirty="0"/>
                        <a:t>'</a:t>
                      </a:r>
                      <a:r>
                        <a:rPr lang="ko-KR" altLang="en-US" sz="1200" dirty="0"/>
                        <a:t>를 확인하고 시작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종료를 통해 리드타임과 이행근거를 생성한다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439909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실무자</a:t>
                      </a:r>
                      <a:r>
                        <a:rPr lang="ko-KR" altLang="en-US" sz="1200" dirty="0"/>
                        <a:t>가 촬영한 인증샷은 </a:t>
                      </a:r>
                      <a:r>
                        <a:rPr lang="en-US" altLang="ko-KR" sz="1200" b="1" dirty="0"/>
                        <a:t>AI</a:t>
                      </a:r>
                      <a:r>
                        <a:rPr lang="ko-KR" altLang="en-US" sz="1200" dirty="0"/>
                        <a:t>가 판독하여 관리자 대시보드에 우선순위별로 나열된다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29077"/>
                  </a:ext>
                </a:extLst>
              </a:tr>
              <a:tr h="4027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시스템</a:t>
                      </a:r>
                      <a:r>
                        <a:rPr lang="ko-KR" altLang="en-US" sz="1200" dirty="0"/>
                        <a:t>은 수집된 실행 데이터를 바탕으로 준수율 및 리드타임 </a:t>
                      </a:r>
                      <a:r>
                        <a:rPr lang="en-US" altLang="ko-KR" sz="1200" dirty="0"/>
                        <a:t>KPI</a:t>
                      </a:r>
                      <a:r>
                        <a:rPr lang="ko-KR" altLang="en-US" sz="1200" dirty="0"/>
                        <a:t>를 자동 생성한다</a:t>
                      </a:r>
                      <a:endParaRPr lang="en-US" altLang="ko-KR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5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6A5DB2E-6D93-5C6D-C45B-9B5D2E14B5DD}"/>
              </a:ext>
            </a:extLst>
          </p:cNvPr>
          <p:cNvGrpSpPr/>
          <p:nvPr/>
        </p:nvGrpSpPr>
        <p:grpSpPr>
          <a:xfrm>
            <a:off x="1384825" y="739151"/>
            <a:ext cx="1440326" cy="623762"/>
            <a:chOff x="10369453" y="3201643"/>
            <a:chExt cx="1527071" cy="853144"/>
          </a:xfrm>
        </p:grpSpPr>
        <p:sp>
          <p:nvSpPr>
            <p:cNvPr id="5" name="Rectangle 121">
              <a:extLst>
                <a:ext uri="{FF2B5EF4-FFF2-40B4-BE49-F238E27FC236}">
                  <a16:creationId xmlns:a16="http://schemas.microsoft.com/office/drawing/2014/main" id="{7FE26B2C-441C-33B1-D8D1-52C6825CCEA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TPO </a:t>
              </a: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업무수행 점검 기준 설정</a:t>
              </a:r>
            </a:p>
          </p:txBody>
        </p:sp>
        <p:sp>
          <p:nvSpPr>
            <p:cNvPr id="6" name="Rectangle 122">
              <a:extLst>
                <a:ext uri="{FF2B5EF4-FFF2-40B4-BE49-F238E27FC236}">
                  <a16:creationId xmlns:a16="http://schemas.microsoft.com/office/drawing/2014/main" id="{9CDD9BA4-9902-816D-E6FA-555B95BFE3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PLAN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Rectangle 123">
              <a:extLst>
                <a:ext uri="{FF2B5EF4-FFF2-40B4-BE49-F238E27FC236}">
                  <a16:creationId xmlns:a16="http://schemas.microsoft.com/office/drawing/2014/main" id="{30EA1669-AA27-80AE-EDF0-C14D4E7A48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453FE057-4BF7-ADC7-03EC-53C583884164}"/>
              </a:ext>
            </a:extLst>
          </p:cNvPr>
          <p:cNvSpPr/>
          <p:nvPr/>
        </p:nvSpPr>
        <p:spPr>
          <a:xfrm>
            <a:off x="5998725" y="657433"/>
            <a:ext cx="1121080" cy="725382"/>
          </a:xfrm>
          <a:prstGeom prst="flowChartMagneticDisk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0C61D-6398-3639-7C38-AB5214CF1F88}"/>
              </a:ext>
            </a:extLst>
          </p:cNvPr>
          <p:cNvSpPr txBox="1"/>
          <p:nvPr/>
        </p:nvSpPr>
        <p:spPr>
          <a:xfrm>
            <a:off x="6055669" y="976031"/>
            <a:ext cx="1070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업무수행 기준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F03829D-64E1-1A04-4FC8-04336F3F6BD7}"/>
              </a:ext>
            </a:extLst>
          </p:cNvPr>
          <p:cNvGrpSpPr/>
          <p:nvPr/>
        </p:nvGrpSpPr>
        <p:grpSpPr>
          <a:xfrm>
            <a:off x="1384825" y="1740416"/>
            <a:ext cx="1440326" cy="623762"/>
            <a:chOff x="10369453" y="3201643"/>
            <a:chExt cx="1527071" cy="853144"/>
          </a:xfrm>
        </p:grpSpPr>
        <p:sp>
          <p:nvSpPr>
            <p:cNvPr id="11" name="Rectangle 121">
              <a:extLst>
                <a:ext uri="{FF2B5EF4-FFF2-40B4-BE49-F238E27FC236}">
                  <a16:creationId xmlns:a16="http://schemas.microsoft.com/office/drawing/2014/main" id="{20E1603A-F7B8-2AF7-0897-2E7FFD858AC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업무지시 라이브러리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B52B2EC1-A920-C4DD-A661-CB38CF362F7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PLAN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Rectangle 123">
              <a:extLst>
                <a:ext uri="{FF2B5EF4-FFF2-40B4-BE49-F238E27FC236}">
                  <a16:creationId xmlns:a16="http://schemas.microsoft.com/office/drawing/2014/main" id="{1544FE42-A3D1-4ABB-E247-EA799DC09B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444017-D01B-F387-9DCE-DAF7A9500A1C}"/>
              </a:ext>
            </a:extLst>
          </p:cNvPr>
          <p:cNvGrpSpPr/>
          <p:nvPr/>
        </p:nvGrpSpPr>
        <p:grpSpPr>
          <a:xfrm>
            <a:off x="1384824" y="2736046"/>
            <a:ext cx="1440326" cy="623762"/>
            <a:chOff x="10369453" y="3201643"/>
            <a:chExt cx="1527071" cy="853144"/>
          </a:xfrm>
        </p:grpSpPr>
        <p:sp>
          <p:nvSpPr>
            <p:cNvPr id="15" name="Rectangle 121">
              <a:extLst>
                <a:ext uri="{FF2B5EF4-FFF2-40B4-BE49-F238E27FC236}">
                  <a16:creationId xmlns:a16="http://schemas.microsoft.com/office/drawing/2014/main" id="{0EC55946-893A-22E5-C202-BDADA668F7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업무지시 보드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Rectangle 122">
              <a:extLst>
                <a:ext uri="{FF2B5EF4-FFF2-40B4-BE49-F238E27FC236}">
                  <a16:creationId xmlns:a16="http://schemas.microsoft.com/office/drawing/2014/main" id="{E48D0FAA-A815-7812-CC39-FEA0D2CCFF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Do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Rectangle 123">
              <a:extLst>
                <a:ext uri="{FF2B5EF4-FFF2-40B4-BE49-F238E27FC236}">
                  <a16:creationId xmlns:a16="http://schemas.microsoft.com/office/drawing/2014/main" id="{A13AA2E8-0427-152D-70CA-B719872397A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205485A-C989-DD20-6C27-903F913D70BD}"/>
              </a:ext>
            </a:extLst>
          </p:cNvPr>
          <p:cNvGrpSpPr/>
          <p:nvPr/>
        </p:nvGrpSpPr>
        <p:grpSpPr>
          <a:xfrm>
            <a:off x="1384823" y="3723066"/>
            <a:ext cx="1440326" cy="623762"/>
            <a:chOff x="10369453" y="3201643"/>
            <a:chExt cx="1527071" cy="853144"/>
          </a:xfrm>
        </p:grpSpPr>
        <p:sp>
          <p:nvSpPr>
            <p:cNvPr id="19" name="Rectangle 121">
              <a:extLst>
                <a:ext uri="{FF2B5EF4-FFF2-40B4-BE49-F238E27FC236}">
                  <a16:creationId xmlns:a16="http://schemas.microsoft.com/office/drawing/2014/main" id="{4F2041B6-2A4B-DBEA-45A7-4547F2F022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TPO</a:t>
              </a: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이행근거 검증 보드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Rectangle 122">
              <a:extLst>
                <a:ext uri="{FF2B5EF4-FFF2-40B4-BE49-F238E27FC236}">
                  <a16:creationId xmlns:a16="http://schemas.microsoft.com/office/drawing/2014/main" id="{63023519-EE68-3EF8-C5C1-5E97AF2313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Check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Rectangle 123">
              <a:extLst>
                <a:ext uri="{FF2B5EF4-FFF2-40B4-BE49-F238E27FC236}">
                  <a16:creationId xmlns:a16="http://schemas.microsoft.com/office/drawing/2014/main" id="{F9A7297A-7C5B-1913-5BC7-E108F66798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5EBAD6-87EF-1958-AE7A-48AA522056D8}"/>
              </a:ext>
            </a:extLst>
          </p:cNvPr>
          <p:cNvGrpSpPr/>
          <p:nvPr/>
        </p:nvGrpSpPr>
        <p:grpSpPr>
          <a:xfrm>
            <a:off x="1384822" y="4703259"/>
            <a:ext cx="1440326" cy="623762"/>
            <a:chOff x="10369453" y="3201643"/>
            <a:chExt cx="1527071" cy="853144"/>
          </a:xfrm>
        </p:grpSpPr>
        <p:sp>
          <p:nvSpPr>
            <p:cNvPr id="23" name="Rectangle 121">
              <a:extLst>
                <a:ext uri="{FF2B5EF4-FFF2-40B4-BE49-F238E27FC236}">
                  <a16:creationId xmlns:a16="http://schemas.microsoft.com/office/drawing/2014/main" id="{4D26A2A4-2623-17A7-3D5F-45732DD3D6B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KPI</a:t>
              </a: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보드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Rectangle 122">
              <a:extLst>
                <a:ext uri="{FF2B5EF4-FFF2-40B4-BE49-F238E27FC236}">
                  <a16:creationId xmlns:a16="http://schemas.microsoft.com/office/drawing/2014/main" id="{0F5FE70A-39ED-3148-9596-26143B7FF6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Rectangle 123">
              <a:extLst>
                <a:ext uri="{FF2B5EF4-FFF2-40B4-BE49-F238E27FC236}">
                  <a16:creationId xmlns:a16="http://schemas.microsoft.com/office/drawing/2014/main" id="{37E73DC4-921B-07FE-779E-95D0F78BD5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513EEFEE-7059-3320-4866-EF7E21E6F8C7}"/>
              </a:ext>
            </a:extLst>
          </p:cNvPr>
          <p:cNvSpPr/>
          <p:nvPr/>
        </p:nvSpPr>
        <p:spPr>
          <a:xfrm>
            <a:off x="5998725" y="1704760"/>
            <a:ext cx="1121080" cy="725382"/>
          </a:xfrm>
          <a:prstGeom prst="flowChartMagneticDisk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5D058B-C4EC-BF5D-0C8E-DA376C73E11B}"/>
              </a:ext>
            </a:extLst>
          </p:cNvPr>
          <p:cNvSpPr txBox="1"/>
          <p:nvPr/>
        </p:nvSpPr>
        <p:spPr>
          <a:xfrm>
            <a:off x="6023954" y="2023359"/>
            <a:ext cx="1070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카드</a:t>
            </a:r>
            <a:endParaRPr lang="en-US" altLang="ko-KR" sz="8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EBDDC70-7FE4-746A-D01C-02F34B0A8860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825147" y="1020124"/>
            <a:ext cx="3173578" cy="12378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19E8325-F60E-63E2-372B-47FAC0AA88FD}"/>
              </a:ext>
            </a:extLst>
          </p:cNvPr>
          <p:cNvSpPr txBox="1"/>
          <p:nvPr/>
        </p:nvSpPr>
        <p:spPr>
          <a:xfrm>
            <a:off x="3142908" y="637477"/>
            <a:ext cx="2538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상황별 체크리스트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점검항목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이미지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JPG, PNG,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업무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관리요소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F4444A7-8DA7-B516-C57E-3C75F9CF7975}"/>
              </a:ext>
            </a:extLst>
          </p:cNvPr>
          <p:cNvCxnSpPr>
            <a:cxnSpLocks/>
            <a:stCxn id="8" idx="2"/>
            <a:endCxn id="11" idx="3"/>
          </p:cNvCxnSpPr>
          <p:nvPr/>
        </p:nvCxnSpPr>
        <p:spPr>
          <a:xfrm flipH="1">
            <a:off x="2825151" y="1020124"/>
            <a:ext cx="3173574" cy="103217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655BE80-D2C8-4118-1A68-5017C0B11E39}"/>
              </a:ext>
            </a:extLst>
          </p:cNvPr>
          <p:cNvSpPr txBox="1"/>
          <p:nvPr/>
        </p:nvSpPr>
        <p:spPr>
          <a:xfrm rot="20441486">
            <a:off x="3100661" y="1323710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사업장별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F4039C7-BCBF-B599-4B27-CFB78F85DE3D}"/>
              </a:ext>
            </a:extLst>
          </p:cNvPr>
          <p:cNvCxnSpPr>
            <a:cxnSpLocks/>
          </p:cNvCxnSpPr>
          <p:nvPr/>
        </p:nvCxnSpPr>
        <p:spPr>
          <a:xfrm flipH="1">
            <a:off x="2825147" y="2067451"/>
            <a:ext cx="3173574" cy="103217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E83B79-8317-9C4D-EF7E-2F014C85C8A1}"/>
              </a:ext>
            </a:extLst>
          </p:cNvPr>
          <p:cNvSpPr txBox="1"/>
          <p:nvPr/>
        </p:nvSpPr>
        <p:spPr>
          <a:xfrm rot="20464008">
            <a:off x="3469139" y="2533139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우리팀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</a:t>
            </a:r>
          </a:p>
        </p:txBody>
      </p:sp>
      <p:sp>
        <p:nvSpPr>
          <p:cNvPr id="31" name="순서도: 자기 디스크 30">
            <a:extLst>
              <a:ext uri="{FF2B5EF4-FFF2-40B4-BE49-F238E27FC236}">
                <a16:creationId xmlns:a16="http://schemas.microsoft.com/office/drawing/2014/main" id="{F2F43256-314E-B2B5-967A-98735BE45318}"/>
              </a:ext>
            </a:extLst>
          </p:cNvPr>
          <p:cNvSpPr/>
          <p:nvPr/>
        </p:nvSpPr>
        <p:spPr>
          <a:xfrm>
            <a:off x="5998592" y="2866170"/>
            <a:ext cx="1121080" cy="725382"/>
          </a:xfrm>
          <a:prstGeom prst="flowChartMagneticDisk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7ED6F1-90ED-FF63-6ED3-8ED499FD7E3F}"/>
              </a:ext>
            </a:extLst>
          </p:cNvPr>
          <p:cNvSpPr txBox="1"/>
          <p:nvPr/>
        </p:nvSpPr>
        <p:spPr>
          <a:xfrm>
            <a:off x="6023821" y="3184769"/>
            <a:ext cx="1070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업무지시</a:t>
            </a:r>
            <a:endParaRPr lang="en-US" altLang="ko-KR" sz="8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CB0E6F9-9FFD-9E2E-6A8D-CA3EC1052691}"/>
              </a:ext>
            </a:extLst>
          </p:cNvPr>
          <p:cNvGrpSpPr/>
          <p:nvPr/>
        </p:nvGrpSpPr>
        <p:grpSpPr>
          <a:xfrm>
            <a:off x="9468509" y="2578578"/>
            <a:ext cx="1440326" cy="623762"/>
            <a:chOff x="10369453" y="3201643"/>
            <a:chExt cx="1527071" cy="853144"/>
          </a:xfrm>
        </p:grpSpPr>
        <p:sp>
          <p:nvSpPr>
            <p:cNvPr id="36" name="Rectangle 121">
              <a:extLst>
                <a:ext uri="{FF2B5EF4-FFF2-40B4-BE49-F238E27FC236}">
                  <a16:creationId xmlns:a16="http://schemas.microsoft.com/office/drawing/2014/main" id="{6EEBBC62-4C5C-A052-7039-3E4819EAC3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To-do </a:t>
              </a: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리스트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Rectangle 122">
              <a:extLst>
                <a:ext uri="{FF2B5EF4-FFF2-40B4-BE49-F238E27FC236}">
                  <a16:creationId xmlns:a16="http://schemas.microsoft.com/office/drawing/2014/main" id="{DB02A39C-3643-4F6F-75E8-775ECF2FED8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Do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Rectangle 123">
              <a:extLst>
                <a:ext uri="{FF2B5EF4-FFF2-40B4-BE49-F238E27FC236}">
                  <a16:creationId xmlns:a16="http://schemas.microsoft.com/office/drawing/2014/main" id="{C9950D69-CA96-3029-C30A-A6CFACD4F2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현장 </a:t>
              </a: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실무자</a:t>
              </a: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CB247DC-FEE6-1A9D-35F5-782011198404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2812463" y="3086856"/>
            <a:ext cx="3186129" cy="14200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6ABC116-AC25-9A7A-A71B-611F886D9E86}"/>
              </a:ext>
            </a:extLst>
          </p:cNvPr>
          <p:cNvSpPr txBox="1"/>
          <p:nvPr/>
        </p:nvSpPr>
        <p:spPr>
          <a:xfrm rot="183025">
            <a:off x="3376814" y="3222498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팀 구성원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6EAEB6D-E10F-15AD-5ACA-1CD89582A0A1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7126290" y="2890459"/>
            <a:ext cx="2342220" cy="35273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19D4197-0DC4-C52C-2B0A-79845ABB515E}"/>
              </a:ext>
            </a:extLst>
          </p:cNvPr>
          <p:cNvSpPr txBox="1"/>
          <p:nvPr/>
        </p:nvSpPr>
        <p:spPr>
          <a:xfrm rot="21092505">
            <a:off x="6848497" y="2891459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 구성원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C32B7EA-680A-A5FB-49B8-B4ADED23E5D2}"/>
              </a:ext>
            </a:extLst>
          </p:cNvPr>
          <p:cNvGrpSpPr/>
          <p:nvPr/>
        </p:nvGrpSpPr>
        <p:grpSpPr>
          <a:xfrm>
            <a:off x="9461893" y="3537319"/>
            <a:ext cx="1440326" cy="623762"/>
            <a:chOff x="10369453" y="3201643"/>
            <a:chExt cx="1527071" cy="853144"/>
          </a:xfrm>
        </p:grpSpPr>
        <p:sp>
          <p:nvSpPr>
            <p:cNvPr id="46" name="Rectangle 121">
              <a:extLst>
                <a:ext uri="{FF2B5EF4-FFF2-40B4-BE49-F238E27FC236}">
                  <a16:creationId xmlns:a16="http://schemas.microsoft.com/office/drawing/2014/main" id="{B8C972F1-C3C6-E80E-E00A-BBF31D2AF7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이행 근거</a:t>
              </a:r>
            </a:p>
          </p:txBody>
        </p:sp>
        <p:sp>
          <p:nvSpPr>
            <p:cNvPr id="47" name="Rectangle 122">
              <a:extLst>
                <a:ext uri="{FF2B5EF4-FFF2-40B4-BE49-F238E27FC236}">
                  <a16:creationId xmlns:a16="http://schemas.microsoft.com/office/drawing/2014/main" id="{4C7AACAA-BE05-0EEF-E1EB-74FC5B2CD3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Do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Rectangle 123">
              <a:extLst>
                <a:ext uri="{FF2B5EF4-FFF2-40B4-BE49-F238E27FC236}">
                  <a16:creationId xmlns:a16="http://schemas.microsoft.com/office/drawing/2014/main" id="{16D59FFC-D5B1-5D88-407A-9535D98B4BC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현장 </a:t>
              </a: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실무자</a:t>
              </a:r>
            </a:p>
          </p:txBody>
        </p:sp>
      </p:grpSp>
      <p:sp>
        <p:nvSpPr>
          <p:cNvPr id="49" name="순서도: 자기 디스크 48">
            <a:extLst>
              <a:ext uri="{FF2B5EF4-FFF2-40B4-BE49-F238E27FC236}">
                <a16:creationId xmlns:a16="http://schemas.microsoft.com/office/drawing/2014/main" id="{3E9AA1D1-7B78-B1CB-F25D-EE43038AF9F7}"/>
              </a:ext>
            </a:extLst>
          </p:cNvPr>
          <p:cNvSpPr/>
          <p:nvPr/>
        </p:nvSpPr>
        <p:spPr>
          <a:xfrm>
            <a:off x="5998592" y="4011889"/>
            <a:ext cx="1121080" cy="725382"/>
          </a:xfrm>
          <a:prstGeom prst="flowChartMagneticDisk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AB9E43-414F-DA94-DDBE-07DF7531F404}"/>
              </a:ext>
            </a:extLst>
          </p:cNvPr>
          <p:cNvSpPr txBox="1"/>
          <p:nvPr/>
        </p:nvSpPr>
        <p:spPr>
          <a:xfrm>
            <a:off x="6023820" y="4373985"/>
            <a:ext cx="10706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이행근거 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DB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1F420FB-3D79-84BC-4D4F-DE72788BD879}"/>
              </a:ext>
            </a:extLst>
          </p:cNvPr>
          <p:cNvCxnSpPr>
            <a:cxnSpLocks/>
            <a:endCxn id="49" idx="4"/>
          </p:cNvCxnSpPr>
          <p:nvPr/>
        </p:nvCxnSpPr>
        <p:spPr>
          <a:xfrm flipH="1">
            <a:off x="7119672" y="3846163"/>
            <a:ext cx="2325001" cy="52841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CD7123A-D9B4-84C5-4450-FB491C42FE44}"/>
              </a:ext>
            </a:extLst>
          </p:cNvPr>
          <p:cNvSpPr txBox="1"/>
          <p:nvPr/>
        </p:nvSpPr>
        <p:spPr>
          <a:xfrm rot="20810759">
            <a:off x="7013145" y="3895227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 구성원 인증샷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DE43954-573F-4BB7-34BE-569C023A470E}"/>
              </a:ext>
            </a:extLst>
          </p:cNvPr>
          <p:cNvCxnSpPr>
            <a:cxnSpLocks/>
            <a:endCxn id="19" idx="3"/>
          </p:cNvCxnSpPr>
          <p:nvPr/>
        </p:nvCxnSpPr>
        <p:spPr>
          <a:xfrm flipH="1" flipV="1">
            <a:off x="2825149" y="4034947"/>
            <a:ext cx="3160829" cy="37072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898EA2A-F4D8-8539-318A-3E0B5196BB13}"/>
              </a:ext>
            </a:extLst>
          </p:cNvPr>
          <p:cNvSpPr txBox="1"/>
          <p:nvPr/>
        </p:nvSpPr>
        <p:spPr>
          <a:xfrm rot="405630">
            <a:off x="3278465" y="4015359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 구성원 인증샷</a:t>
            </a:r>
          </a:p>
        </p:txBody>
      </p:sp>
      <p:sp>
        <p:nvSpPr>
          <p:cNvPr id="57" name="순서도: 자기 디스크 56">
            <a:extLst>
              <a:ext uri="{FF2B5EF4-FFF2-40B4-BE49-F238E27FC236}">
                <a16:creationId xmlns:a16="http://schemas.microsoft.com/office/drawing/2014/main" id="{6A5B3527-A47B-125C-8A23-F739D5EB9BDB}"/>
              </a:ext>
            </a:extLst>
          </p:cNvPr>
          <p:cNvSpPr/>
          <p:nvPr/>
        </p:nvSpPr>
        <p:spPr>
          <a:xfrm>
            <a:off x="6005210" y="5149652"/>
            <a:ext cx="1121080" cy="725382"/>
          </a:xfrm>
          <a:prstGeom prst="flowChartMagneticDisk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03B6EC-4E5D-79EF-00C7-D96831A7B5AB}"/>
              </a:ext>
            </a:extLst>
          </p:cNvPr>
          <p:cNvSpPr txBox="1"/>
          <p:nvPr/>
        </p:nvSpPr>
        <p:spPr>
          <a:xfrm>
            <a:off x="6030438" y="5511748"/>
            <a:ext cx="10706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실행결과 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DB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125CED9-3115-5A2D-7929-3508C9CF89D9}"/>
              </a:ext>
            </a:extLst>
          </p:cNvPr>
          <p:cNvGrpSpPr/>
          <p:nvPr/>
        </p:nvGrpSpPr>
        <p:grpSpPr>
          <a:xfrm>
            <a:off x="9444673" y="4556081"/>
            <a:ext cx="1440326" cy="623762"/>
            <a:chOff x="10369453" y="3201643"/>
            <a:chExt cx="1527071" cy="853144"/>
          </a:xfrm>
        </p:grpSpPr>
        <p:sp>
          <p:nvSpPr>
            <p:cNvPr id="60" name="Rectangle 121">
              <a:extLst>
                <a:ext uri="{FF2B5EF4-FFF2-40B4-BE49-F238E27FC236}">
                  <a16:creationId xmlns:a16="http://schemas.microsoft.com/office/drawing/2014/main" id="{B19C9F5A-8DB8-45C2-9FC4-7ABF7A4E1B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업무수행 보드</a:t>
              </a:r>
            </a:p>
          </p:txBody>
        </p:sp>
        <p:sp>
          <p:nvSpPr>
            <p:cNvPr id="61" name="Rectangle 122">
              <a:extLst>
                <a:ext uri="{FF2B5EF4-FFF2-40B4-BE49-F238E27FC236}">
                  <a16:creationId xmlns:a16="http://schemas.microsoft.com/office/drawing/2014/main" id="{55A2EEB1-0021-1ADA-00ED-E907248D2F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Check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Rectangle 123">
              <a:extLst>
                <a:ext uri="{FF2B5EF4-FFF2-40B4-BE49-F238E27FC236}">
                  <a16:creationId xmlns:a16="http://schemas.microsoft.com/office/drawing/2014/main" id="{54B2905A-4789-5C84-A7F1-ADD035F5B1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현장 </a:t>
              </a: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실무자</a:t>
              </a:r>
            </a:p>
          </p:txBody>
        </p:sp>
      </p:grp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BD6521E-4A7F-83F7-81AD-3951BE78BC0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825149" y="4034947"/>
            <a:ext cx="3198671" cy="148499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18AB728-6B0C-BB7B-2662-67EB01AB1428}"/>
              </a:ext>
            </a:extLst>
          </p:cNvPr>
          <p:cNvSpPr txBox="1"/>
          <p:nvPr/>
        </p:nvSpPr>
        <p:spPr>
          <a:xfrm rot="1536656">
            <a:off x="3373057" y="4663885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팀 구성원 이행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준수 결과 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미준수 피드백 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D0AA1C7-7A85-F639-1C31-065F44D2910A}"/>
              </a:ext>
            </a:extLst>
          </p:cNvPr>
          <p:cNvCxnSpPr>
            <a:cxnSpLocks/>
            <a:stCxn id="57" idx="4"/>
            <a:endCxn id="60" idx="1"/>
          </p:cNvCxnSpPr>
          <p:nvPr/>
        </p:nvCxnSpPr>
        <p:spPr>
          <a:xfrm flipV="1">
            <a:off x="7126290" y="4867962"/>
            <a:ext cx="2318384" cy="644381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6B2297D-CA94-490E-D5C8-BACA1C9738A3}"/>
              </a:ext>
            </a:extLst>
          </p:cNvPr>
          <p:cNvSpPr txBox="1"/>
          <p:nvPr/>
        </p:nvSpPr>
        <p:spPr>
          <a:xfrm rot="20696242">
            <a:off x="7039726" y="5227398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팀 구성원 이행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준수 결과 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미준수 피드백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F4371C0-7B6A-8222-ADAB-C90B5544A11C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2825148" y="5015140"/>
            <a:ext cx="3148341" cy="496608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185923D-55EC-E4E1-B322-5E620B58DAA8}"/>
              </a:ext>
            </a:extLst>
          </p:cNvPr>
          <p:cNvSpPr txBox="1"/>
          <p:nvPr/>
        </p:nvSpPr>
        <p:spPr>
          <a:xfrm rot="539483">
            <a:off x="2728387" y="5229255"/>
            <a:ext cx="2918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개인 단위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업무관리 요소 이행률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준수율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2A4DB7-7653-B745-EEC1-C815E26B7D0A}"/>
              </a:ext>
            </a:extLst>
          </p:cNvPr>
          <p:cNvCxnSpPr>
            <a:cxnSpLocks/>
          </p:cNvCxnSpPr>
          <p:nvPr/>
        </p:nvCxnSpPr>
        <p:spPr>
          <a:xfrm>
            <a:off x="2108543" y="1362913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D94853B-736A-0C9C-AC64-67280137D193}"/>
              </a:ext>
            </a:extLst>
          </p:cNvPr>
          <p:cNvCxnSpPr>
            <a:cxnSpLocks/>
          </p:cNvCxnSpPr>
          <p:nvPr/>
        </p:nvCxnSpPr>
        <p:spPr>
          <a:xfrm>
            <a:off x="2099698" y="2357351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61D023B-56A6-338D-369E-7DB7EC0B16C2}"/>
              </a:ext>
            </a:extLst>
          </p:cNvPr>
          <p:cNvCxnSpPr>
            <a:cxnSpLocks/>
          </p:cNvCxnSpPr>
          <p:nvPr/>
        </p:nvCxnSpPr>
        <p:spPr>
          <a:xfrm>
            <a:off x="2090853" y="3351789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0BE463F-A930-5999-F2A9-6F9572BFC50D}"/>
              </a:ext>
            </a:extLst>
          </p:cNvPr>
          <p:cNvCxnSpPr>
            <a:cxnSpLocks/>
          </p:cNvCxnSpPr>
          <p:nvPr/>
        </p:nvCxnSpPr>
        <p:spPr>
          <a:xfrm>
            <a:off x="2108543" y="4340001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FD1518E-F542-6FEB-8F70-086E4EF2C390}"/>
              </a:ext>
            </a:extLst>
          </p:cNvPr>
          <p:cNvCxnSpPr>
            <a:cxnSpLocks/>
          </p:cNvCxnSpPr>
          <p:nvPr/>
        </p:nvCxnSpPr>
        <p:spPr>
          <a:xfrm>
            <a:off x="10185743" y="3195513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A8990F9-1CB1-5ED7-4A27-E7BF26463CBF}"/>
              </a:ext>
            </a:extLst>
          </p:cNvPr>
          <p:cNvCxnSpPr>
            <a:cxnSpLocks/>
          </p:cNvCxnSpPr>
          <p:nvPr/>
        </p:nvCxnSpPr>
        <p:spPr>
          <a:xfrm>
            <a:off x="10179127" y="4178584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77C50B1-70EB-A76B-6D87-9B6AABD027D3}"/>
              </a:ext>
            </a:extLst>
          </p:cNvPr>
          <p:cNvGrpSpPr/>
          <p:nvPr/>
        </p:nvGrpSpPr>
        <p:grpSpPr>
          <a:xfrm>
            <a:off x="1388380" y="5717942"/>
            <a:ext cx="1440326" cy="623762"/>
            <a:chOff x="10369453" y="3201643"/>
            <a:chExt cx="1527071" cy="853144"/>
          </a:xfrm>
        </p:grpSpPr>
        <p:sp>
          <p:nvSpPr>
            <p:cNvPr id="40" name="Rectangle 121">
              <a:extLst>
                <a:ext uri="{FF2B5EF4-FFF2-40B4-BE49-F238E27FC236}">
                  <a16:creationId xmlns:a16="http://schemas.microsoft.com/office/drawing/2014/main" id="{B3B03302-3828-3DE8-9061-C0F64C0293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201643"/>
              <a:ext cx="1527070" cy="853144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Action Command Center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Rectangle 122">
              <a:extLst>
                <a:ext uri="{FF2B5EF4-FFF2-40B4-BE49-F238E27FC236}">
                  <a16:creationId xmlns:a16="http://schemas.microsoft.com/office/drawing/2014/main" id="{06181EEB-4319-9A0A-AA33-6CA47B70BA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4" y="3876461"/>
              <a:ext cx="1527070" cy="168989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Rectangle 123">
              <a:extLst>
                <a:ext uri="{FF2B5EF4-FFF2-40B4-BE49-F238E27FC236}">
                  <a16:creationId xmlns:a16="http://schemas.microsoft.com/office/drawing/2014/main" id="{CA24BDA8-2FCB-CA59-B096-4041D38694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369453" y="3210630"/>
              <a:ext cx="1527070" cy="168988"/>
            </a:xfrm>
            <a:prstGeom prst="rect">
              <a:avLst/>
            </a:prstGeom>
            <a:noFill/>
            <a:ln w="317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현장 업무관리자</a:t>
              </a:r>
            </a:p>
          </p:txBody>
        </p:sp>
      </p:grp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6AB8E05-2B54-765E-FDDF-D819C7B88416}"/>
              </a:ext>
            </a:extLst>
          </p:cNvPr>
          <p:cNvCxnSpPr>
            <a:cxnSpLocks/>
          </p:cNvCxnSpPr>
          <p:nvPr/>
        </p:nvCxnSpPr>
        <p:spPr>
          <a:xfrm>
            <a:off x="2110309" y="5327021"/>
            <a:ext cx="0" cy="29370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88B2CA6D-35D3-E002-4903-4BD8CAF8392F}"/>
              </a:ext>
            </a:extLst>
          </p:cNvPr>
          <p:cNvCxnSpPr>
            <a:cxnSpLocks/>
            <a:stCxn id="57" idx="2"/>
            <a:endCxn id="40" idx="3"/>
          </p:cNvCxnSpPr>
          <p:nvPr/>
        </p:nvCxnSpPr>
        <p:spPr>
          <a:xfrm flipH="1">
            <a:off x="2828706" y="5512343"/>
            <a:ext cx="3176504" cy="51748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788894C-BB91-2A1D-E8B7-D208D5202995}"/>
              </a:ext>
            </a:extLst>
          </p:cNvPr>
          <p:cNvSpPr txBox="1"/>
          <p:nvPr/>
        </p:nvSpPr>
        <p:spPr>
          <a:xfrm rot="21007362">
            <a:off x="3116029" y="5815633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사업장 운영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현황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8C5B0EC-EB90-0673-270C-1DF45C5182E0}"/>
              </a:ext>
            </a:extLst>
          </p:cNvPr>
          <p:cNvCxnSpPr>
            <a:cxnSpLocks/>
          </p:cNvCxnSpPr>
          <p:nvPr/>
        </p:nvCxnSpPr>
        <p:spPr>
          <a:xfrm>
            <a:off x="2831419" y="2057954"/>
            <a:ext cx="3142070" cy="1396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2C86CB7-D99A-430D-BA60-6B6F9159BAB5}"/>
              </a:ext>
            </a:extLst>
          </p:cNvPr>
          <p:cNvSpPr txBox="1"/>
          <p:nvPr/>
        </p:nvSpPr>
        <p:spPr>
          <a:xfrm>
            <a:off x="3474756" y="1851760"/>
            <a:ext cx="253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팀</a:t>
            </a:r>
            <a:r>
              <a:rPr lang="en-US" altLang="ko-KR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 </a:t>
            </a:r>
            <a:r>
              <a:rPr lang="ko-KR" altLang="en-US" sz="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카드</a:t>
            </a:r>
          </a:p>
        </p:txBody>
      </p:sp>
    </p:spTree>
    <p:extLst>
      <p:ext uri="{BB962C8B-B14F-4D97-AF65-F5344CB8AC3E}">
        <p14:creationId xmlns:p14="http://schemas.microsoft.com/office/powerpoint/2010/main" val="86945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98F5B4-AB03-8DF8-73FD-3CA596B5B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3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D88D51-764B-9B9F-8A4F-6DC81F3E8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14311"/>
              </p:ext>
            </p:extLst>
          </p:nvPr>
        </p:nvGraphicFramePr>
        <p:xfrm>
          <a:off x="124839" y="99398"/>
          <a:ext cx="6277408" cy="6675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91420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837564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</a:tblGrid>
              <a:tr h="21158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Action Command Center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메인화면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4654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본 화면은 개별 업무 수행이 목적이 아니라</a:t>
                      </a:r>
                      <a:r>
                        <a:rPr lang="en-US" altLang="ko-KR" sz="900" dirty="0"/>
                        <a:t>,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Plan–Do–Check </a:t>
                      </a:r>
                      <a:r>
                        <a:rPr lang="ko-KR" altLang="en-US" sz="900" dirty="0"/>
                        <a:t>과정에서 발생한 실행 결과를 </a:t>
                      </a:r>
                      <a:r>
                        <a:rPr lang="ko-KR" altLang="en-US" sz="900" b="1" dirty="0"/>
                        <a:t>관리 관점</a:t>
                      </a:r>
                      <a:r>
                        <a:rPr lang="en-US" altLang="ko-KR" sz="900" b="1" dirty="0"/>
                        <a:t>(Control)</a:t>
                      </a:r>
                      <a:r>
                        <a:rPr lang="ko-KR" altLang="en-US" sz="900" dirty="0"/>
                        <a:t> 에서 요약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정렬하는 </a:t>
                      </a:r>
                      <a:r>
                        <a:rPr lang="ko-KR" altLang="en-US" sz="900" b="1" dirty="0"/>
                        <a:t>실행 결과의 최종 집계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11587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진입조건 </a:t>
                      </a:r>
                      <a:r>
                        <a:rPr lang="en-US" altLang="ko-KR" sz="1000" dirty="0"/>
                        <a:t>&amp; 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연결흐름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업무기준 설정이 완료되어 업무지시가 생성된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009484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라이브러리를 통해 하나 이상의 업무지시가 배포됨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실무자가 업무를 실행하고 상태 변경 또는 이행근거를 제출함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이행근거 검증 결과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미준수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가 존재함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79300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시스템 연결 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본 화면은 액션 시스템 내 </a:t>
                      </a:r>
                      <a:r>
                        <a:rPr lang="ko-KR" altLang="en-US" sz="900" b="1" dirty="0"/>
                        <a:t>모든 하위 모듈의 결과가 수렴되는 종착지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683451"/>
                  </a:ext>
                </a:extLst>
              </a:tr>
              <a:tr h="211587">
                <a:tc rowSpan="1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CS MAC </a:t>
                      </a:r>
                      <a:r>
                        <a:rPr lang="ko-KR" altLang="en-US" sz="900" dirty="0"/>
                        <a:t>로고 및 </a:t>
                      </a:r>
                      <a:r>
                        <a:rPr lang="en-US" altLang="ko-KR" sz="900" dirty="0"/>
                        <a:t>Command Center </a:t>
                      </a:r>
                      <a:r>
                        <a:rPr lang="ko-KR" altLang="en-US" sz="900" dirty="0"/>
                        <a:t>명칭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상단 글로벌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업무기준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라이브러리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505501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이행근거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735736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LIVE / MOCK </a:t>
                      </a:r>
                      <a:r>
                        <a:rPr lang="ko-KR" altLang="en-US" sz="900" dirty="0"/>
                        <a:t>상태 </a:t>
                      </a:r>
                      <a:r>
                        <a:rPr lang="ko-KR" altLang="en-US" sz="900" dirty="0" err="1"/>
                        <a:t>토글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349735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새로고침 버튼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234331"/>
                  </a:ext>
                </a:extLst>
              </a:tr>
              <a:tr h="22569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요약 지표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 지시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53134"/>
                  </a:ext>
                </a:extLst>
              </a:tr>
              <a:tr h="22569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완료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067723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지연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미준수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필터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전체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객실팀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식음팀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시설팀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아쿠아팀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 상태 보드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전 </a:t>
                      </a:r>
                      <a:r>
                        <a:rPr lang="en-US" altLang="ko-KR" sz="900" dirty="0"/>
                        <a:t>(Plan) &gt; </a:t>
                      </a:r>
                      <a:r>
                        <a:rPr lang="ko-KR" altLang="en-US" sz="900" dirty="0"/>
                        <a:t>지시 생성 완료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실행 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653745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실행 중 </a:t>
                      </a:r>
                      <a:r>
                        <a:rPr lang="en-US" altLang="ko-KR" sz="900" dirty="0"/>
                        <a:t>(Do) &gt; </a:t>
                      </a:r>
                      <a:r>
                        <a:rPr lang="ko-KR" altLang="en-US" sz="900" dirty="0"/>
                        <a:t>실행 시작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완료 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348753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완료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검증 </a:t>
                      </a:r>
                      <a:r>
                        <a:rPr lang="en-US" altLang="ko-KR" sz="900" dirty="0"/>
                        <a:t>(Check) &gt; </a:t>
                      </a:r>
                      <a:r>
                        <a:rPr lang="ko-KR" altLang="en-US" sz="900" dirty="0"/>
                        <a:t>실행 완료 및 검증 결과 존재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499785"/>
                  </a:ext>
                </a:extLst>
              </a:tr>
              <a:tr h="21158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 오브젝트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정의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팀명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업무 수행 조직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994437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업무명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지시된 업무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69943"/>
                  </a:ext>
                </a:extLst>
              </a:tr>
              <a:tr h="2115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상태 배지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대기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실행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지연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완료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0947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99A794-3631-84B6-8415-700CEF944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51243"/>
              </p:ext>
            </p:extLst>
          </p:nvPr>
        </p:nvGraphicFramePr>
        <p:xfrm>
          <a:off x="6541852" y="129702"/>
          <a:ext cx="5525309" cy="65888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812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224713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377784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</a:tblGrid>
              <a:tr h="262692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핵심 오브젝트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정의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이행근거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사진 있음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사진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626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결과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626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담당자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업무 수행자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2626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경과 시간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지시 후 경과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상태배지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실행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009484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지연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시각적 색상 구분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79300"/>
                  </a:ext>
                </a:extLst>
              </a:tr>
              <a:tr h="234665">
                <a:tc rowSpan="4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액션</a:t>
                      </a: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팀 필터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3466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카드 상태 변경 버튼 클릭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중간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3466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새로고침 버튼 클릭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505501"/>
                  </a:ext>
                </a:extLst>
              </a:tr>
              <a:tr h="23466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상단 메뉴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3466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상태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변화로직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기본 상태 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대기 → 실행 →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53134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파생 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실행 중 기준 시간 초과 시 → 지연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653745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결과 미준수 판정 시 → 미준수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348753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※ </a:t>
                      </a:r>
                      <a:r>
                        <a:rPr lang="ko-KR" altLang="en-US" sz="900" dirty="0"/>
                        <a:t>지연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미준수는 완료 상태와 병행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499785"/>
                  </a:ext>
                </a:extLst>
              </a:tr>
              <a:tr h="23466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데이터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생성 연동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상태 변경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상태 이력 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994437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이행근거 제출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이행근거 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69943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검증 완료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결과 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094725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본 화면 집계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분석 모듈로 실시간 연동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246222"/>
                  </a:ext>
                </a:extLst>
              </a:tr>
              <a:tr h="37546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예외 및 알림 처리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이행근거 </a:t>
                      </a:r>
                      <a:r>
                        <a:rPr lang="ko-KR" altLang="en-US" sz="900" dirty="0" err="1"/>
                        <a:t>미제출</a:t>
                      </a:r>
                      <a:r>
                        <a:rPr lang="ko-KR" altLang="en-US" sz="900" dirty="0"/>
                        <a:t> 상태에서 완료 처리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“사진 필요” 상태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590839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미준수 발생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집계 대상 자동 포함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769404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네트워크 오류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마지막 정상 데이터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85075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데이터 </a:t>
                      </a:r>
                      <a:r>
                        <a:rPr lang="ko-KR" altLang="en-US" sz="900" dirty="0" err="1"/>
                        <a:t>미존재</a:t>
                      </a:r>
                      <a:r>
                        <a:rPr lang="ko-KR" altLang="en-US" sz="900" dirty="0"/>
                        <a:t>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빈 상태 </a:t>
                      </a:r>
                      <a:r>
                        <a:rPr lang="en-US" altLang="ko-KR" sz="900" dirty="0"/>
                        <a:t>UI </a:t>
                      </a:r>
                      <a:r>
                        <a:rPr lang="ko-KR" altLang="en-US" sz="900" dirty="0"/>
                        <a:t>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535473"/>
                  </a:ext>
                </a:extLst>
              </a:tr>
              <a:tr h="23466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 성공지표</a:t>
                      </a:r>
                      <a:endParaRPr lang="en-US" altLang="ko-KR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정량지표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상태 파악 </a:t>
                      </a:r>
                      <a:r>
                        <a:rPr lang="ko-KR" altLang="en-US" sz="900" dirty="0" err="1"/>
                        <a:t>가능률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100%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185273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지연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미준수 업무 식별 시간 단축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206788"/>
                  </a:ext>
                </a:extLst>
              </a:tr>
              <a:tr h="2346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정성지표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관리자가 “지금 </a:t>
                      </a:r>
                      <a:r>
                        <a:rPr lang="ko-KR" altLang="en-US" sz="900" dirty="0" err="1"/>
                        <a:t>상황”을</a:t>
                      </a:r>
                      <a:r>
                        <a:rPr lang="ko-KR" altLang="en-US" sz="900" dirty="0"/>
                        <a:t> 즉시 이해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03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23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836AC3-C032-4C59-6D67-A9AC1B824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30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D25374-C92D-1FF3-34E4-E06A45E70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73227"/>
              </p:ext>
            </p:extLst>
          </p:nvPr>
        </p:nvGraphicFramePr>
        <p:xfrm>
          <a:off x="124839" y="99398"/>
          <a:ext cx="6277408" cy="6652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91420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3855542672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2803037443"/>
                    </a:ext>
                  </a:extLst>
                </a:gridCol>
              </a:tblGrid>
              <a:tr h="24458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업무기준 설정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TPO-PLAN-01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5380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서비스 품질 기준을 </a:t>
                      </a:r>
                      <a:r>
                        <a:rPr lang="en-US" altLang="ko-KR" sz="900" dirty="0"/>
                        <a:t>TPO(</a:t>
                      </a:r>
                      <a:r>
                        <a:rPr lang="en-US" altLang="ko-KR" sz="900" dirty="0" err="1"/>
                        <a:t>Time·Place·Occasion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조건과 체크리스트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기준 이미지로 구조화 하여 이후 업무지시 및 실행 검증의 </a:t>
                      </a:r>
                      <a:endParaRPr lang="en-US" altLang="ko-KR" sz="900" dirty="0"/>
                    </a:p>
                    <a:p>
                      <a:pPr algn="l" latinLnBrk="1"/>
                      <a:r>
                        <a:rPr lang="ko-KR" altLang="en-US" sz="900" dirty="0"/>
                        <a:t>기준으로 활용한다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445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진입조건 </a:t>
                      </a:r>
                      <a:r>
                        <a:rPr lang="en-US" altLang="ko-KR" sz="1000" dirty="0"/>
                        <a:t>&amp; 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연결흐름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진입경로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홈 → </a:t>
                      </a:r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기준 설정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09484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트리거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‘</a:t>
                      </a:r>
                      <a:r>
                        <a:rPr lang="en-US" altLang="ko-KR" sz="900"/>
                        <a:t>TPO </a:t>
                      </a:r>
                      <a:r>
                        <a:rPr lang="ko-KR" altLang="en-US" sz="900"/>
                        <a:t>기준 설정’ 메뉴 클릭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전달 데이터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브랜드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사업장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직무 컨텍스트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다음 화면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TPO Work </a:t>
                      </a:r>
                      <a:r>
                        <a:rPr lang="ko-KR" altLang="en-US" sz="900"/>
                        <a:t>매니저 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업무지시 라이브러리</a:t>
                      </a:r>
                      <a:r>
                        <a:rPr lang="en-US" altLang="ko-KR" sz="900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279300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연계 설명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본 화면에서 저장된 기준은 즉시 업무지시 선택 대상이 된다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83451"/>
                  </a:ext>
                </a:extLst>
              </a:tr>
              <a:tr h="244585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컨텍스트 설정 영역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브랜드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사업장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팀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직무 선택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검색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직무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상황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장소 키워드 기반 검색</a:t>
                      </a:r>
                      <a:r>
                        <a:rPr lang="en-US" altLang="ko-KR" sz="900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조건 설정 영역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Time </a:t>
                      </a:r>
                      <a:r>
                        <a:rPr lang="ko-KR" altLang="en-US" sz="900" dirty="0"/>
                        <a:t>요소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업무가 발생하는 시간대 조건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Place : </a:t>
                      </a:r>
                      <a:r>
                        <a:rPr lang="ko-KR" altLang="en-US" sz="900"/>
                        <a:t>업무가 수행되는 물리적 장소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Occasion : </a:t>
                      </a:r>
                      <a:r>
                        <a:rPr lang="ko-KR" altLang="en-US" sz="900"/>
                        <a:t>상황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이벤트 조건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05501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기준 이미지 영역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이미지 업로드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최대 </a:t>
                      </a:r>
                      <a:r>
                        <a:rPr lang="en-US" altLang="ko-KR" sz="900" dirty="0"/>
                        <a:t>5</a:t>
                      </a:r>
                      <a:r>
                        <a:rPr lang="ko-KR" altLang="en-US" sz="900" dirty="0"/>
                        <a:t>장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‘잘 된 </a:t>
                      </a:r>
                      <a:r>
                        <a:rPr lang="ko-KR" altLang="en-US" sz="900" dirty="0" err="1"/>
                        <a:t>상태’를</a:t>
                      </a:r>
                      <a:r>
                        <a:rPr lang="ko-KR" altLang="en-US" sz="900" dirty="0"/>
                        <a:t> 시각적으로 명시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체크리스트 영역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이후 </a:t>
                      </a:r>
                      <a:r>
                        <a:rPr lang="en-US" altLang="ko-KR" sz="900" b="1" dirty="0"/>
                        <a:t>AI </a:t>
                      </a:r>
                      <a:r>
                        <a:rPr lang="ko-KR" altLang="en-US" sz="900" b="1" dirty="0"/>
                        <a:t>이미지 판별 </a:t>
                      </a:r>
                      <a:r>
                        <a:rPr lang="en-US" altLang="ko-KR" sz="900" b="1" dirty="0"/>
                        <a:t>/ </a:t>
                      </a:r>
                      <a:r>
                        <a:rPr lang="ko-KR" altLang="en-US" sz="900" b="1" dirty="0"/>
                        <a:t>준수율 계산의 </a:t>
                      </a:r>
                      <a:r>
                        <a:rPr lang="ko-KR" altLang="en-US" sz="900" b="1" dirty="0" err="1"/>
                        <a:t>기준값</a:t>
                      </a:r>
                      <a:r>
                        <a:rPr lang="ko-KR" altLang="en-US" sz="900" dirty="0" err="1"/>
                        <a:t>으로</a:t>
                      </a:r>
                      <a:r>
                        <a:rPr lang="ko-KR" altLang="en-US" sz="900" dirty="0"/>
                        <a:t> 사용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735736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업무요소 매칭 영역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 값이 </a:t>
                      </a:r>
                      <a:r>
                        <a:rPr lang="en-US" altLang="ko-KR" sz="900" b="1" dirty="0"/>
                        <a:t>Check </a:t>
                      </a:r>
                      <a:r>
                        <a:rPr lang="ko-KR" altLang="en-US" sz="900" b="1" dirty="0"/>
                        <a:t>단계 </a:t>
                      </a:r>
                      <a:r>
                        <a:rPr lang="en-US" altLang="ko-KR" sz="900" b="1" dirty="0"/>
                        <a:t>KPI </a:t>
                      </a:r>
                      <a:r>
                        <a:rPr lang="ko-KR" altLang="en-US" sz="900" b="1" dirty="0"/>
                        <a:t>분류 기준</a:t>
                      </a:r>
                      <a:r>
                        <a:rPr lang="ko-KR" altLang="en-US" sz="900" dirty="0"/>
                        <a:t>이 됨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349735"/>
                  </a:ext>
                </a:extLst>
              </a:tr>
              <a:tr h="2445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기준명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 기준 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Occasion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상황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브랜드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사업장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적용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기준 이미지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시각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팀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직무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적용 직무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체크리스트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검증 항목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Time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시간 조건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업무요소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연결 태그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98736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Place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장소 조건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162374"/>
                  </a:ext>
                </a:extLst>
              </a:tr>
              <a:tr h="2445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사용자 액션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브랜드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직무 선택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드롭다운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기준 범위 설정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653745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선택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버튼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조건 태그 생성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48753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이미지 업로드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이미지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기준 이미지 저장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499785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체크리스트 입력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항목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검증 기준 생성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614219"/>
                  </a:ext>
                </a:extLst>
              </a:tr>
              <a:tr h="244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저장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 기준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업무지시 라이브러리에 반영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77219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01DE598-F41F-40FD-F6B3-2BC90BF00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83262"/>
              </p:ext>
            </p:extLst>
          </p:nvPr>
        </p:nvGraphicFramePr>
        <p:xfrm>
          <a:off x="6542930" y="92913"/>
          <a:ext cx="5467486" cy="6659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2125304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  <a:gridCol w="1320961">
                  <a:extLst>
                    <a:ext uri="{9D8B030D-6E8A-4147-A177-3AD203B41FA5}">
                      <a16:colId xmlns:a16="http://schemas.microsoft.com/office/drawing/2014/main" val="1702522290"/>
                    </a:ext>
                  </a:extLst>
                </a:gridCol>
              </a:tblGrid>
              <a:tr h="37710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상태 변화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로직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/>
                        <a:t>작성중</a:t>
                      </a:r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 미완성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활성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사용 가능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비활성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과거 기준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참조용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8296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제약조건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체크리스트 </a:t>
                      </a:r>
                      <a:r>
                        <a:rPr lang="ko-KR" altLang="en-US" sz="900" dirty="0" err="1"/>
                        <a:t>미입력</a:t>
                      </a:r>
                      <a:r>
                        <a:rPr lang="ko-KR" altLang="en-US" sz="900" dirty="0"/>
                        <a:t> 시 저장 불가 </a:t>
                      </a:r>
                      <a:r>
                        <a:rPr lang="en-US" altLang="ko-KR" sz="900" dirty="0"/>
                        <a:t>/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기준 이미지 없이도 저장 가능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) / </a:t>
                      </a:r>
                      <a:r>
                        <a:rPr lang="ko-KR" altLang="en-US" sz="900" dirty="0"/>
                        <a:t>동일 </a:t>
                      </a:r>
                      <a:r>
                        <a:rPr lang="en-US" altLang="ko-KR" sz="900" dirty="0"/>
                        <a:t>TPO·</a:t>
                      </a:r>
                      <a:r>
                        <a:rPr lang="ko-KR" altLang="en-US" sz="900" dirty="0"/>
                        <a:t>직무 </a:t>
                      </a: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중복 시 경고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99539"/>
                  </a:ext>
                </a:extLst>
              </a:tr>
              <a:tr h="37710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생성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기준 데이터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이 화면에서 정의된 기준이 </a:t>
                      </a:r>
                      <a:r>
                        <a:rPr lang="en-US" altLang="ko-KR" sz="900" b="1" dirty="0" err="1"/>
                        <a:t>Do·Check·Act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전체를 지배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 마스터 </a:t>
                      </a:r>
                      <a:r>
                        <a:rPr lang="en-US" altLang="ko-KR" sz="900" dirty="0"/>
                        <a:t>DB</a:t>
                      </a:r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431722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TPO Work </a:t>
                      </a:r>
                      <a:r>
                        <a:rPr lang="ko-KR" altLang="en-US" sz="900" dirty="0"/>
                        <a:t>매니저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업무지시 카드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38182"/>
                  </a:ext>
                </a:extLst>
              </a:tr>
              <a:tr h="5232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파생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실행 기준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준수율 기준 </a:t>
                      </a:r>
                      <a:r>
                        <a:rPr lang="en-US" altLang="ko-KR" sz="900" dirty="0"/>
                        <a:t>/ KPI </a:t>
                      </a:r>
                      <a:r>
                        <a:rPr lang="ko-KR" altLang="en-US" sz="900" dirty="0"/>
                        <a:t>기준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525622"/>
                  </a:ext>
                </a:extLst>
              </a:tr>
              <a:tr h="46595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중복 기준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경고 메시지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4659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필수 항목 누락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저장 불가 안내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6033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이미지 </a:t>
                      </a:r>
                      <a:endParaRPr lang="en-US" altLang="ko-KR" sz="900" dirty="0"/>
                    </a:p>
                    <a:p>
                      <a:pPr algn="l" latinLnBrk="1"/>
                      <a:r>
                        <a:rPr lang="ko-KR" altLang="en-US" sz="900" dirty="0"/>
                        <a:t>업로드 실패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재시도 알림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37710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 활용률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대비 실제 업무지시 사용률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 수정 빈도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현장 피드백 반영 지표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재작업률 감소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명확화 효과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377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실행 오류 감소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품질 효과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674EE6-7828-7CD9-A9E4-BF885817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9" y="53615"/>
            <a:ext cx="12029871" cy="675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0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98F620-EBD5-17A0-E2C5-B81D36FF3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899954"/>
              </p:ext>
            </p:extLst>
          </p:nvPr>
        </p:nvGraphicFramePr>
        <p:xfrm>
          <a:off x="98899" y="92913"/>
          <a:ext cx="6277408" cy="6600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91420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3855542672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2803037443"/>
                    </a:ext>
                  </a:extLst>
                </a:gridCol>
              </a:tblGrid>
              <a:tr h="23258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라이브러리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TPO-PLAN-02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관리자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5116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기준으로 정의된 표준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베테랑 업무지시를 팀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직무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상황별로 탐색하고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선택 즉시 ‘우리팀 업무지시 </a:t>
                      </a:r>
                      <a:r>
                        <a:rPr lang="ko-KR" altLang="en-US" sz="900" dirty="0" err="1"/>
                        <a:t>보드’로</a:t>
                      </a:r>
                      <a:r>
                        <a:rPr lang="ko-KR" altLang="en-US" sz="900" dirty="0"/>
                        <a:t> 배포한다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기준</a:t>
                      </a:r>
                      <a:r>
                        <a:rPr lang="en-US" altLang="ko-KR" sz="900" dirty="0"/>
                        <a:t>(Plan)</a:t>
                      </a:r>
                      <a:r>
                        <a:rPr lang="ko-KR" altLang="en-US" sz="900" dirty="0"/>
                        <a:t>을 “선택 가능한 실행 카드</a:t>
                      </a:r>
                      <a:r>
                        <a:rPr lang="en-US" altLang="ko-KR" sz="900" dirty="0"/>
                        <a:t>(Do)”</a:t>
                      </a:r>
                      <a:r>
                        <a:rPr lang="ko-KR" altLang="en-US" sz="900" dirty="0"/>
                        <a:t>로 바꾸는 중간 허브 화면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325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진입조건 </a:t>
                      </a:r>
                      <a:r>
                        <a:rPr lang="en-US" altLang="ko-KR" sz="1000" dirty="0"/>
                        <a:t>&amp; 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연결흐름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진입경로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기준 설정 완료 → 업무지시 라이브러리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09484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트리거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메뉴 클릭 또는 기준 저장 후 이동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전달 데이터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브랜드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사업장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직무 컨텍스트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다음 화면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우리팀 업무지시 보드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279300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연계 설명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선택 즉시 배포 또는 다중 선택 후 배포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83451"/>
                  </a:ext>
                </a:extLst>
              </a:tr>
              <a:tr h="232585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좌측 필터 </a:t>
                      </a:r>
                      <a:r>
                        <a:rPr lang="en-US" altLang="ko-KR" sz="900" dirty="0"/>
                        <a:t>&amp; </a:t>
                      </a:r>
                      <a:r>
                        <a:rPr lang="ko-KR" altLang="en-US" sz="900" dirty="0"/>
                        <a:t>탐색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검색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업무명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직무 </a:t>
                      </a:r>
                      <a:r>
                        <a:rPr lang="en-US" altLang="ko-KR" sz="900" dirty="0"/>
                        <a:t>/ TPO(</a:t>
                      </a:r>
                      <a:r>
                        <a:rPr lang="ko-KR" altLang="en-US" sz="900" dirty="0"/>
                        <a:t>상황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키워드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지시서 모드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전체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표준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베테랑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상황</a:t>
                      </a:r>
                      <a:r>
                        <a:rPr lang="en-US" altLang="ko-KR" sz="900" dirty="0"/>
                        <a:t>(TPO)</a:t>
                      </a:r>
                      <a:r>
                        <a:rPr lang="ko-KR" altLang="en-US" sz="900" dirty="0"/>
                        <a:t>필터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오픈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마감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피크타임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점검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비상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클레임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팀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직무 필터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객실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식음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아쿠아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시설 → 세부 직무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05501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메인 카드 리스트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팀 컬럼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객실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식음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아쿠아 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카드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실행 가능한 단위 업무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735736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카드 요약 정보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예상 소요시간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실행근거 유형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15784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태그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표준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베테랑 </a:t>
                      </a:r>
                      <a:r>
                        <a:rPr lang="en-US" altLang="ko-KR" sz="900" dirty="0"/>
                        <a:t>/ TPO / </a:t>
                      </a:r>
                      <a:r>
                        <a:rPr lang="ko-KR" altLang="en-US" sz="900" dirty="0"/>
                        <a:t>직무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349735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상단 컨트롤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필터 초기화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선택 조건 리셋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894581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우리팀 보드 보기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현재 배포된 업무 확인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282640"/>
                  </a:ext>
                </a:extLst>
              </a:tr>
              <a:tr h="36976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 정의</a:t>
                      </a:r>
                      <a:endParaRPr lang="en-US" altLang="ko-KR" sz="1000" dirty="0"/>
                    </a:p>
                    <a:p>
                      <a:pPr algn="ctr" latinLnBrk="1"/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업무지시 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실행 업무 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TPO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오픈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마감 </a:t>
                      </a:r>
                      <a:r>
                        <a:rPr lang="en-US" altLang="ko-KR" sz="900" dirty="0"/>
                        <a:t>/ 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피크타임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객실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식음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시설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예상 소요시간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 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3697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직무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프론트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하우스키핑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주방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실행근거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체크리스트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보고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기준유형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베테랑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필수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사진 필수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98736"/>
                  </a:ext>
                </a:extLst>
              </a:tr>
              <a:tr h="23258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필터 오브젝트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지시서 모드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운영 정책별 선택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492945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상황 필터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즉시성</a:t>
                      </a:r>
                      <a:r>
                        <a:rPr lang="ko-KR" altLang="en-US" sz="900" dirty="0"/>
                        <a:t> 판단 기준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4724"/>
                  </a:ext>
                </a:extLst>
              </a:tr>
              <a:tr h="232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팀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직무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실행 주체 기준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78736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5C30D3-0D52-F7A0-0C1F-2D4A4CB48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48883"/>
              </p:ext>
            </p:extLst>
          </p:nvPr>
        </p:nvGraphicFramePr>
        <p:xfrm>
          <a:off x="6542930" y="92912"/>
          <a:ext cx="5467486" cy="6606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446265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</a:tblGrid>
              <a:tr h="33629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사용자 액션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필터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카드 리스트 갱신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3362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카드 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카드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상세보기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3362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우리팀 보드로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카드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보드로 즉시 복사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3362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다중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여러 카드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일괄 배포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399539"/>
                  </a:ext>
                </a:extLst>
              </a:tr>
              <a:tr h="275608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상태 변화 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로직</a:t>
                      </a:r>
                    </a:p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/>
                        <a:t>미배포</a:t>
                      </a:r>
                      <a:r>
                        <a:rPr lang="ko-KR" altLang="en-US" sz="900" dirty="0"/>
                        <a:t>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52000"/>
                  </a:ext>
                </a:extLst>
              </a:tr>
              <a:tr h="2756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배포됨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우리팀 보드에 존재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223937"/>
                  </a:ext>
                </a:extLst>
              </a:tr>
              <a:tr h="27560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/>
                        <a:t>실행중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팀원에게 할당됨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7880"/>
                  </a:ext>
                </a:extLst>
              </a:tr>
              <a:tr h="2756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실행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14469"/>
                  </a:ext>
                </a:extLst>
              </a:tr>
              <a:tr h="2345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제약조건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베테랑 지시는 지정된 직무전문가만 배포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585744"/>
                  </a:ext>
                </a:extLst>
              </a:tr>
              <a:tr h="2345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동일 업무 중복 배포 시 안내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80133"/>
                  </a:ext>
                </a:extLst>
              </a:tr>
              <a:tr h="2345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직무 불일치 시 배포 불가 또는 경고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19636"/>
                  </a:ext>
                </a:extLst>
              </a:tr>
              <a:tr h="32736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생성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인스턴스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295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실행 테이블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974405"/>
                  </a:ext>
                </a:extLst>
              </a:tr>
              <a:tr h="3532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우리팀 업무지시 보드</a:t>
                      </a:r>
                      <a:endParaRPr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38182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파생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리드타임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준수율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실행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56316"/>
                  </a:ext>
                </a:extLst>
              </a:tr>
              <a:tr h="31963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조건 미충족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토스트 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319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중복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경고 메시지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4139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권한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버튼 비활성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25868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배포 </a:t>
                      </a:r>
                      <a:r>
                        <a:rPr lang="ko-KR" altLang="en-US" sz="900" dirty="0" err="1"/>
                        <a:t>전환률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</a:t>
                      </a:r>
                      <a:r>
                        <a:rPr lang="ko-KR" altLang="en-US" sz="900" dirty="0"/>
                        <a:t> 업무지시 활용도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25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평균 선택시간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탐색 효율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3601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베테랑 지시 </a:t>
                      </a:r>
                      <a:endParaRPr lang="en-US" altLang="ko-KR" sz="900" dirty="0"/>
                    </a:p>
                    <a:p>
                      <a:pPr algn="l" latinLnBrk="1"/>
                      <a:r>
                        <a:rPr lang="ko-KR" altLang="en-US" sz="900" dirty="0"/>
                        <a:t>활용률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암묵지 전환 성과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25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즉시 배포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운영 민첩성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90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FDE74-35B7-6263-14FD-1BCD6C592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97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78C2EA1-7AC8-5520-7EB4-3E50F381B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128400"/>
              </p:ext>
            </p:extLst>
          </p:nvPr>
        </p:nvGraphicFramePr>
        <p:xfrm>
          <a:off x="105384" y="98137"/>
          <a:ext cx="6277408" cy="6717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91420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1279188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  <a:gridCol w="2558376">
                  <a:extLst>
                    <a:ext uri="{9D8B030D-6E8A-4147-A177-3AD203B41FA5}">
                      <a16:colId xmlns:a16="http://schemas.microsoft.com/office/drawing/2014/main" val="3855542672"/>
                    </a:ext>
                  </a:extLst>
                </a:gridCol>
              </a:tblGrid>
              <a:tr h="22462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보드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</a:t>
                      </a:r>
                      <a:r>
                        <a:rPr lang="en-US" altLang="ko-KR" sz="900" dirty="0"/>
                        <a:t>-Do-03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관리자</a:t>
                      </a:r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628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기반 표준 업무를 기준으로 오늘 근무 인력과 상태를 반영하여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업무 지시 → 배정 → 실행 상태를 한 화면에서 통제</a:t>
                      </a:r>
                      <a:r>
                        <a:rPr lang="en-US" altLang="ko-KR" sz="900" dirty="0"/>
                        <a:t>(Control)</a:t>
                      </a:r>
                      <a:r>
                        <a:rPr lang="ko-KR" altLang="en-US" sz="900" dirty="0"/>
                        <a:t>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b="1" dirty="0"/>
                        <a:t>“오늘 현장이 정상적으로 돌아가고 있는지”를 즉시 판단하는 상황실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24626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진입조건 </a:t>
                      </a:r>
                      <a:r>
                        <a:rPr lang="en-US" altLang="ko-KR" sz="1000" dirty="0"/>
                        <a:t>&amp; 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연결흐름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진입경로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업무지시 라이브러리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업무지시 보드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09484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조건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계정 로그인 완료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사업장 및 팀 선택 완료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50922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 일자</a:t>
                      </a:r>
                      <a:r>
                        <a:rPr lang="en-US" altLang="ko-KR" sz="900" dirty="0"/>
                        <a:t>(today) </a:t>
                      </a:r>
                      <a:r>
                        <a:rPr lang="ko-KR" altLang="en-US" sz="900" dirty="0"/>
                        <a:t>자동 설정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518789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전달 데이터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업무지시 카드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다음 화면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</a:t>
                      </a:r>
                      <a:r>
                        <a:rPr lang="ko-KR" altLang="en-US" sz="900" dirty="0"/>
                        <a:t> 이행근거 검증 보드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279300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연계 설명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드래그앤 드롭으로 팀원 선택 후 배포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83451"/>
                  </a:ext>
                </a:extLst>
              </a:tr>
              <a:tr h="224626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상단 제어 영역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STANDARD / VETERAN </a:t>
                      </a:r>
                      <a:r>
                        <a:rPr lang="ko-KR" altLang="en-US" sz="900" dirty="0"/>
                        <a:t>모드 </a:t>
                      </a:r>
                      <a:r>
                        <a:rPr lang="ko-KR" altLang="en-US" sz="900" dirty="0" err="1"/>
                        <a:t>토글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직무 필터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전체 직무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선택 직무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기준일자 표시 </a:t>
                      </a:r>
                      <a:r>
                        <a:rPr lang="en-US" altLang="ko-KR" sz="900" dirty="0"/>
                        <a:t>(Today)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현황 요약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필터링 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현재 조건에 포함된 팀원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오늘 근무자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실제 업무 배정 가능 인원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735736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진행 중인 업무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DOING </a:t>
                      </a:r>
                      <a:r>
                        <a:rPr lang="ko-KR" altLang="en-US" sz="900" dirty="0"/>
                        <a:t>상태 업무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15784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승인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휴무자 배정 등 승인 필요 업무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349735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팀원 </a:t>
                      </a:r>
                      <a:r>
                        <a:rPr lang="ko-KR" altLang="en-US" sz="900" dirty="0" err="1"/>
                        <a:t>로스터</a:t>
                      </a:r>
                      <a:r>
                        <a:rPr lang="ko-KR" altLang="en-US" sz="900" dirty="0"/>
                        <a:t> 영역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팀원 카드 단위 구성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894581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근무 상태 시각화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근무 중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교대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대기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휴무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282640"/>
                  </a:ext>
                </a:extLst>
              </a:tr>
              <a:tr h="2246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배정 대상 선택 단위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947168"/>
                  </a:ext>
                </a:extLst>
              </a:tr>
              <a:tr h="2848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팀원별</a:t>
                      </a:r>
                      <a:r>
                        <a:rPr lang="ko-KR" altLang="en-US" sz="900" dirty="0"/>
                        <a:t> 업무 현황 영역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팀원 선택 시 해당 인원의 </a:t>
                      </a:r>
                      <a:r>
                        <a:rPr lang="en-US" altLang="ko-KR" sz="900" dirty="0"/>
                        <a:t>&gt; TO-DO, DOING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848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</a:t>
                      </a:r>
                      <a:r>
                        <a:rPr lang="ko-KR" altLang="en-US" sz="900" dirty="0" err="1"/>
                        <a:t>미존재</a:t>
                      </a:r>
                      <a:r>
                        <a:rPr lang="ko-KR" altLang="en-US" sz="900" dirty="0"/>
                        <a:t> 시 “업무 없음” 표시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3594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업무지시 템플릿 영역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단계별 분리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업무 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준비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점검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업무 중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수행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운영</a:t>
                      </a:r>
                      <a:r>
                        <a:rPr lang="en-US" altLang="ko-KR" sz="900" dirty="0"/>
                        <a:t>), </a:t>
                      </a:r>
                    </a:p>
                    <a:p>
                      <a:pPr algn="l" latinLnBrk="1"/>
                      <a:r>
                        <a:rPr lang="ko-KR" altLang="en-US" sz="900" dirty="0"/>
                        <a:t>업무 후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마감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검증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848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기반 표준 직무 카드 노출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98736"/>
                  </a:ext>
                </a:extLst>
              </a:tr>
              <a:tr h="28488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현재 적용 모드 표시</a:t>
                      </a:r>
                      <a:r>
                        <a:rPr lang="en-US" altLang="ko-KR" sz="900" dirty="0"/>
                        <a:t>(STANDARD)</a:t>
                      </a:r>
                      <a:endParaRPr lang="ko-KR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20621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3623227-B54F-5BB1-C41A-CDF6BBC2B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76864"/>
              </p:ext>
            </p:extLst>
          </p:nvPr>
        </p:nvGraphicFramePr>
        <p:xfrm>
          <a:off x="6542930" y="92912"/>
          <a:ext cx="5467486" cy="671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446265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</a:tblGrid>
              <a:tr h="276145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정의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배정의 최소 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근무상태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근무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대기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휴무 상태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기반 표준 업무 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중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후 구분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95932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STANDARD / VETERAN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99132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승인요청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휴무자 배정 시 발생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399539"/>
                  </a:ext>
                </a:extLst>
              </a:tr>
              <a:tr h="27614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액션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&amp;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상태 변화 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로직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주요 사용자 액션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모드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52000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직무 필터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223937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팀원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7880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지시 카드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563193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팀원 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14469"/>
                  </a:ext>
                </a:extLst>
              </a:tr>
              <a:tr h="27614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업무지시 생성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업무</a:t>
                      </a:r>
                      <a:r>
                        <a:rPr lang="en-US" altLang="ko-KR" sz="900" dirty="0"/>
                        <a:t>ID, </a:t>
                      </a:r>
                      <a:r>
                        <a:rPr lang="ko-KR" altLang="en-US" sz="900" dirty="0"/>
                        <a:t>팀원</a:t>
                      </a:r>
                      <a:r>
                        <a:rPr lang="en-US" altLang="ko-KR" sz="900" dirty="0"/>
                        <a:t>ID, </a:t>
                      </a:r>
                      <a:r>
                        <a:rPr lang="ko-KR" altLang="en-US" sz="900" dirty="0"/>
                        <a:t>업무단계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업무모드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배정일시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생성된 업무 데이터는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974405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실무자 모바일 업무수행 보드로 전송</a:t>
                      </a:r>
                      <a:endParaRPr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38182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→ 이행근거 검증 보드와 연결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56316"/>
                  </a:ext>
                </a:extLst>
              </a:tr>
              <a:tr h="27614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휴무자 배정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승인 필요 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근무자 </a:t>
                      </a:r>
                      <a:r>
                        <a:rPr lang="en-US" altLang="ko-KR" sz="900" dirty="0"/>
                        <a:t>0</a:t>
                      </a:r>
                      <a:r>
                        <a:rPr lang="ko-KR" altLang="en-US" sz="900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지시 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3184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초기화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확인 후 일괄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31846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안내 메시지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186634"/>
                  </a:ext>
                </a:extLst>
              </a:tr>
              <a:tr h="27614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운영지표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지시 생성 성공률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휴무자 </a:t>
                      </a:r>
                      <a:r>
                        <a:rPr lang="ko-KR" altLang="en-US" sz="900" dirty="0" err="1"/>
                        <a:t>오배정</a:t>
                      </a:r>
                      <a:r>
                        <a:rPr lang="ko-KR" altLang="en-US" sz="900" dirty="0"/>
                        <a:t> 비율 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2814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지시 리드타임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관리지표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인당 관리 가능 팀원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  <a:tr h="2761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누락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중복 지시 감소율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3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27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84F313-5C2A-EE0F-BF79-D5D7456AC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47" y="585279"/>
            <a:ext cx="3736731" cy="5817141"/>
          </a:xfrm>
          <a:prstGeom prst="rect">
            <a:avLst/>
          </a:prstGeom>
        </p:spPr>
      </p:pic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E01186-5AC2-61D2-70E9-41005ADEB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121" y="585277"/>
            <a:ext cx="3474832" cy="5817142"/>
          </a:xfrm>
          <a:prstGeom prst="rect">
            <a:avLst/>
          </a:prstGeom>
        </p:spPr>
      </p:pic>
      <p:pic>
        <p:nvPicPr>
          <p:cNvPr id="9" name="그림 8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BDBF3F-4EF1-3F7A-676F-34E97BED9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305" y="585277"/>
            <a:ext cx="3624089" cy="581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4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AAAC4AC-AB87-36A3-D3CA-D79E21369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50352"/>
              </p:ext>
            </p:extLst>
          </p:nvPr>
        </p:nvGraphicFramePr>
        <p:xfrm>
          <a:off x="137809" y="127016"/>
          <a:ext cx="6277408" cy="6603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91420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837564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</a:tblGrid>
              <a:tr h="27103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업무수행 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업무수행</a:t>
                      </a:r>
                      <a:r>
                        <a:rPr lang="en-US" altLang="ko-KR" sz="900" dirty="0"/>
                        <a:t>-Do-01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377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본 화면은 </a:t>
                      </a:r>
                      <a:r>
                        <a:rPr lang="ko-KR" altLang="en-US" sz="900" b="1" dirty="0"/>
                        <a:t>관리자가 지시한 </a:t>
                      </a:r>
                      <a:r>
                        <a:rPr lang="en-US" altLang="ko-KR" sz="900" b="1" dirty="0"/>
                        <a:t>TPO </a:t>
                      </a:r>
                      <a:r>
                        <a:rPr lang="ko-KR" altLang="en-US" sz="900" b="1" dirty="0"/>
                        <a:t>기반 업무를 실무자가 모바일에서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수신</a:t>
                      </a:r>
                      <a:r>
                        <a:rPr lang="en-US" altLang="ko-KR" sz="900" b="1" dirty="0"/>
                        <a:t>·</a:t>
                      </a:r>
                      <a:r>
                        <a:rPr lang="ko-KR" altLang="en-US" sz="900" b="1" dirty="0"/>
                        <a:t>수행</a:t>
                      </a:r>
                      <a:r>
                        <a:rPr lang="en-US" altLang="ko-KR" sz="900" b="1" dirty="0"/>
                        <a:t>·</a:t>
                      </a:r>
                      <a:r>
                        <a:rPr lang="ko-KR" altLang="en-US" sz="900" b="1" dirty="0"/>
                        <a:t>증빙</a:t>
                      </a:r>
                      <a:r>
                        <a:rPr lang="en-US" altLang="ko-KR" sz="900" b="1" dirty="0"/>
                        <a:t>·</a:t>
                      </a:r>
                      <a:r>
                        <a:rPr lang="ko-KR" altLang="en-US" sz="900" b="1" dirty="0"/>
                        <a:t>보고하는 실행</a:t>
                      </a:r>
                      <a:r>
                        <a:rPr lang="en-US" altLang="ko-KR" sz="900" b="1" dirty="0"/>
                        <a:t>(Do) </a:t>
                      </a:r>
                      <a:r>
                        <a:rPr lang="ko-KR" altLang="en-US" sz="900" b="1" dirty="0"/>
                        <a:t>단계의 핵심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b="1" dirty="0"/>
                        <a:t>현장 행동을 데이터로 바꾸는 첫 관문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71031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진입조건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연결흐름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계정 로그인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관리자에 의해 업무지시 보드에서 업무 배정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50922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오늘 날짜 기준 업무 존재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518789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전달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이행근거 제출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완료 보고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326938"/>
                  </a:ext>
                </a:extLst>
              </a:tr>
              <a:tr h="271031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업무리스트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오늘 수행해야 할 업무 카드 목록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카드 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74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업무 유형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정기점검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마감 등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예상 소요 시간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사진 장수</a:t>
                      </a:r>
                      <a:endParaRPr lang="en-US" altLang="ko-KR" sz="900" dirty="0"/>
                    </a:p>
                    <a:p>
                      <a:pPr algn="l"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태그</a:t>
                      </a:r>
                      <a:r>
                        <a:rPr lang="en-US" altLang="ko-KR" sz="900" dirty="0"/>
                        <a:t>(#</a:t>
                      </a:r>
                      <a:r>
                        <a:rPr lang="ko-KR" altLang="en-US" sz="900" dirty="0"/>
                        <a:t>오전</a:t>
                      </a:r>
                      <a:r>
                        <a:rPr lang="en-US" altLang="ko-KR" sz="900" dirty="0"/>
                        <a:t>, #</a:t>
                      </a:r>
                      <a:r>
                        <a:rPr lang="ko-KR" altLang="en-US" sz="900" dirty="0"/>
                        <a:t>라운지 등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업무상세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선택한 업무의 상세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목적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작업 설명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시간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장소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상황</a:t>
                      </a:r>
                      <a:r>
                        <a:rPr lang="en-US" altLang="ko-KR" sz="900" dirty="0"/>
                        <a:t>(TPO)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735736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체크리스트 요약 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15784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체크리스트 수행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항목별 체크박스 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894581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권장 항목 구분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282640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모든 필수 항목 완료 시 다음 단계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947168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이행근거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사진</a:t>
                      </a:r>
                      <a:r>
                        <a:rPr lang="en-US" altLang="ko-KR" sz="900" dirty="0"/>
                        <a:t>) 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수집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필수 사진 업로드 슬롯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사진별 가이드 텍스트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124411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업로드 수량 실시간 카운트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액션 버튼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시작하기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완료 보고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98736"/>
                  </a:ext>
                </a:extLst>
              </a:tr>
              <a:tr h="2710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조건 미충족 시 비활성화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20621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D9D7F2C-71FA-9274-BC68-1ECE0DA7A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09302"/>
              </p:ext>
            </p:extLst>
          </p:nvPr>
        </p:nvGraphicFramePr>
        <p:xfrm>
          <a:off x="6542930" y="127016"/>
          <a:ext cx="5467486" cy="66039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446265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</a:tblGrid>
              <a:tr h="2607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정의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실무자에게 전달되는 최소 업무 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체크리스트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실행 기준이 되는 작업 항목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필수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완료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제출이 반드시 필요한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이행근거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실행 사실을 증명하는 사진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95932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완료 보고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종료 및 결과 제출 행위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99132"/>
                  </a:ext>
                </a:extLst>
              </a:tr>
              <a:tr h="2607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액션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&amp;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상태 변화 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로직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사용자 액션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카드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52000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업무 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223937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체크리스트 항목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7880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사진 촬영 및 업로드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563193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완료 보고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14469"/>
                  </a:ext>
                </a:extLst>
              </a:tr>
              <a:tr h="26076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체크리스트 완료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사진 파일 </a:t>
                      </a:r>
                      <a:r>
                        <a:rPr lang="en-US" altLang="ko-KR" sz="900" dirty="0"/>
                        <a:t>+ </a:t>
                      </a:r>
                      <a:r>
                        <a:rPr lang="ko-KR" altLang="en-US" sz="900" dirty="0"/>
                        <a:t>메타데이터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촬영시간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사용자 </a:t>
                      </a:r>
                      <a:r>
                        <a:rPr lang="en-US" altLang="ko-KR" sz="900" dirty="0"/>
                        <a:t>ID, </a:t>
                      </a:r>
                      <a:r>
                        <a:rPr lang="ko-KR" altLang="en-US" sz="900" dirty="0"/>
                        <a:t>업무 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84756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완료 시각 기록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460886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제출 데이터는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287223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이행근거 검증 보드로 자동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194945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산출의 원천 데이터로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252611"/>
                  </a:ext>
                </a:extLst>
              </a:tr>
              <a:tr h="26076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필수 체크 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완료 버튼 비활성화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필수 사진 </a:t>
                      </a:r>
                      <a:r>
                        <a:rPr lang="ko-KR" altLang="en-US" sz="900" dirty="0" err="1"/>
                        <a:t>미제출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제출 불가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3007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업로드 실패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재시도 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3007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업무 </a:t>
                      </a:r>
                      <a:r>
                        <a:rPr lang="ko-KR" altLang="en-US" sz="900" dirty="0" err="1"/>
                        <a:t>미존재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“오늘의 업무 없음”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186634"/>
                  </a:ext>
                </a:extLst>
              </a:tr>
              <a:tr h="2607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실행지표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</a:t>
                      </a:r>
                      <a:r>
                        <a:rPr lang="ko-KR" altLang="en-US" sz="900" dirty="0" err="1"/>
                        <a:t>완료율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필수 체크리스트 </a:t>
                      </a:r>
                      <a:r>
                        <a:rPr lang="ko-KR" altLang="en-US" sz="900" dirty="0" err="1"/>
                        <a:t>누락률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2657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사진 이행근거 </a:t>
                      </a:r>
                      <a:r>
                        <a:rPr lang="ko-KR" altLang="en-US" sz="900" dirty="0" err="1"/>
                        <a:t>제출률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운영지표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평균 업무 수행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  <a:tr h="2607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재작업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미준수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발생률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3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4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A64193-C27D-5358-E343-3E4251C65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45549" cy="6858000"/>
          </a:xfrm>
          <a:prstGeom prst="rect">
            <a:avLst/>
          </a:prstGeom>
        </p:spPr>
      </p:pic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61629-80BA-5AF0-934A-1C7E04A8B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430" y="0"/>
            <a:ext cx="5194570" cy="3429000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CB36C8-973F-D4A0-E64E-55DB3D4AF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430" y="3586264"/>
            <a:ext cx="5194570" cy="327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7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2AA1F1-5D63-A2FC-32E5-597F55876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817321"/>
              </p:ext>
            </p:extLst>
          </p:nvPr>
        </p:nvGraphicFramePr>
        <p:xfrm>
          <a:off x="137809" y="127017"/>
          <a:ext cx="6277408" cy="658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10533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918451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</a:tblGrid>
              <a:tr h="20320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</a:t>
                      </a:r>
                      <a:r>
                        <a:rPr lang="ko-KR" altLang="en-US" sz="900" dirty="0"/>
                        <a:t> 이행근거 검증 보드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</a:t>
                      </a:r>
                      <a:r>
                        <a:rPr lang="ko-KR" altLang="en-US" sz="900" dirty="0"/>
                        <a:t> 이행근거 검증 보드</a:t>
                      </a:r>
                      <a:r>
                        <a:rPr lang="en-US" altLang="ko-KR" sz="900" dirty="0"/>
                        <a:t>-Check-04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4470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본 화면은 </a:t>
                      </a:r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이행근거 검증 보드는 </a:t>
                      </a:r>
                      <a:r>
                        <a:rPr lang="ko-KR" altLang="en-US" sz="900" b="1" dirty="0"/>
                        <a:t>실무자가 제출한 실행 근거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사진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를 </a:t>
                      </a:r>
                      <a:r>
                        <a:rPr lang="en-US" altLang="ko-KR" sz="900" b="1" dirty="0"/>
                        <a:t>AI </a:t>
                      </a:r>
                      <a:r>
                        <a:rPr lang="ko-KR" altLang="en-US" sz="900" b="1" dirty="0"/>
                        <a:t>판독과 관리자 수동 검증을 통해 ‘준수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미준수’로 판정하는 품질 검증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즉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b="1" dirty="0"/>
                        <a:t>현장 실행을 ‘품질 </a:t>
                      </a:r>
                      <a:r>
                        <a:rPr lang="ko-KR" altLang="en-US" sz="900" b="1" dirty="0" err="1"/>
                        <a:t>데이터’로</a:t>
                      </a:r>
                      <a:r>
                        <a:rPr lang="ko-KR" altLang="en-US" sz="900" b="1" dirty="0"/>
                        <a:t> 전환하는 관문 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03203"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진입조건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연결흐름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실무자가 업무수행 화면에서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체크리스트 완료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필수 사진 업로드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완료 보고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50922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업무 상태가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 대기</a:t>
                      </a:r>
                      <a:r>
                        <a:rPr lang="ko-KR" altLang="en-US" sz="900" dirty="0"/>
                        <a:t>로 전환됨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518789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연결 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업무수행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648966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이행근거 검증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041295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→ </a:t>
                      </a: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수동 검증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미준수 확정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184636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피드백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995549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보드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 err="1"/>
                        <a:t>재지시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312062"/>
                  </a:ext>
                </a:extLst>
              </a:tr>
              <a:tr h="203203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상단 제어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화면명</a:t>
                      </a:r>
                      <a:r>
                        <a:rPr lang="en-US" altLang="ko-KR" sz="900" dirty="0"/>
                        <a:t>: TPO </a:t>
                      </a:r>
                      <a:r>
                        <a:rPr lang="ko-KR" altLang="en-US" sz="900" dirty="0"/>
                        <a:t>이행근거 검증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대기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수동 검증 필요 상태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일괄 판독 실행 버튼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CSV </a:t>
                      </a:r>
                      <a:r>
                        <a:rPr lang="ko-KR" altLang="en-US" sz="900" dirty="0"/>
                        <a:t>내보내기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748014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현황 요약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전체 제출 건수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이행 </a:t>
                      </a:r>
                      <a:r>
                        <a:rPr lang="ko-KR" altLang="en-US" sz="900" dirty="0" err="1"/>
                        <a:t>준수율</a:t>
                      </a:r>
                      <a:r>
                        <a:rPr lang="en-US" altLang="ko-KR" sz="900" dirty="0"/>
                        <a:t>(%),</a:t>
                      </a:r>
                      <a:r>
                        <a:rPr lang="ko-KR" altLang="en-US" sz="900" dirty="0"/>
                        <a:t> 준수</a:t>
                      </a:r>
                      <a:r>
                        <a:rPr lang="en-US" altLang="ko-KR" sz="900" dirty="0"/>
                        <a:t>(PASS) </a:t>
                      </a:r>
                      <a:r>
                        <a:rPr lang="ko-KR" altLang="en-US" sz="900" dirty="0"/>
                        <a:t>건수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미준수</a:t>
                      </a:r>
                      <a:r>
                        <a:rPr lang="en-US" altLang="ko-KR" sz="900" dirty="0"/>
                        <a:t>(FAIL) </a:t>
                      </a:r>
                      <a:r>
                        <a:rPr lang="ko-KR" altLang="en-US" sz="900" dirty="0"/>
                        <a:t>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이행근거 리스트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실무자별 카드 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894581"/>
                  </a:ext>
                </a:extLst>
              </a:tr>
              <a:tr h="3251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직무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업무 항목</a:t>
                      </a:r>
                      <a:r>
                        <a:rPr lang="en-US" altLang="ko-KR" sz="900" dirty="0"/>
                        <a:t>, AI </a:t>
                      </a:r>
                      <a:r>
                        <a:rPr lang="ko-KR" altLang="en-US" sz="900" dirty="0"/>
                        <a:t>판독 여부</a:t>
                      </a:r>
                      <a:r>
                        <a:rPr lang="en-US" altLang="ko-KR" sz="900" dirty="0"/>
                        <a:t>, AI </a:t>
                      </a:r>
                      <a:r>
                        <a:rPr lang="ko-KR" altLang="en-US" sz="900" dirty="0"/>
                        <a:t>일치율</a:t>
                      </a:r>
                      <a:r>
                        <a:rPr lang="en-US" altLang="ko-KR" sz="900" dirty="0"/>
                        <a:t>(%), </a:t>
                      </a:r>
                    </a:p>
                    <a:p>
                      <a:pPr latinLnBrk="1"/>
                      <a:r>
                        <a:rPr lang="ko-KR" altLang="en-US" sz="900" dirty="0"/>
                        <a:t>현재 상태</a:t>
                      </a:r>
                      <a:r>
                        <a:rPr lang="en-US" altLang="ko-KR" sz="900" dirty="0"/>
                        <a:t> (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미준수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대기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282640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카드 클릭 시 상세 검증 패널 오픈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947168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필터 </a:t>
                      </a:r>
                      <a:r>
                        <a:rPr lang="en-US" altLang="ko-KR" sz="900" dirty="0"/>
                        <a:t>&amp; </a:t>
                      </a:r>
                      <a:r>
                        <a:rPr lang="ko-KR" altLang="en-US" sz="900" dirty="0"/>
                        <a:t>검색 영역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워크플로우 필터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전체 </a:t>
                      </a:r>
                      <a:r>
                        <a:rPr lang="en-US" altLang="ko-KR" sz="900" dirty="0"/>
                        <a:t>/ AI </a:t>
                      </a:r>
                      <a:r>
                        <a:rPr lang="ko-KR" altLang="en-US" sz="900" dirty="0"/>
                        <a:t>판독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수동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결과 필터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대기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124411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직무별 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966825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ID / </a:t>
                      </a:r>
                      <a:r>
                        <a:rPr lang="ko-KR" altLang="en-US" sz="900" dirty="0"/>
                        <a:t>성명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항목명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927753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 검증 패널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우측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제출 이미지 미리보기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분석 결과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표준 이미지 일치율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기준 가이드 연결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98736"/>
                  </a:ext>
                </a:extLst>
              </a:tr>
              <a:tr h="20320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검증 결과 선택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(PASS), </a:t>
                      </a:r>
                      <a:r>
                        <a:rPr lang="ko-KR" altLang="en-US" sz="900" dirty="0"/>
                        <a:t>미준수</a:t>
                      </a:r>
                      <a:r>
                        <a:rPr lang="en-US" altLang="ko-KR" sz="900" dirty="0"/>
                        <a:t>(FAIL)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20621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13C038D-0C7C-DA8E-B54F-F09AAC9C7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568229"/>
              </p:ext>
            </p:extLst>
          </p:nvPr>
        </p:nvGraphicFramePr>
        <p:xfrm>
          <a:off x="6633722" y="76605"/>
          <a:ext cx="5467486" cy="6704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446265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</a:tblGrid>
              <a:tr h="23742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  <a:endParaRPr lang="en-US" altLang="ko-KR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상세 검증 패널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우측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피드백 메시지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302353"/>
                  </a:ext>
                </a:extLst>
              </a:tr>
              <a:tr h="23742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결과 확정 및 전송 버튼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333577"/>
                  </a:ext>
                </a:extLst>
              </a:tr>
              <a:tr h="223599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정의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이행근거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실무자가 제출한 사진 증빙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표준 이미지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</a:t>
                      </a:r>
                      <a:r>
                        <a:rPr lang="en-US" altLang="ko-KR" sz="900" dirty="0"/>
                        <a:t>(Plan)</a:t>
                      </a:r>
                      <a:r>
                        <a:rPr lang="ko-KR" altLang="en-US" sz="900" dirty="0"/>
                        <a:t>에 등록된 비교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이미지 유사도 분석 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검증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 최종 판단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95932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피드백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미준수 시 실무자에게 전달되는 메시지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99132"/>
                  </a:ext>
                </a:extLst>
              </a:tr>
              <a:tr h="22359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액션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&amp;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상태 변화 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로직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사용자 액션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이행근거 카드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52000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결과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223937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이미지 비교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7880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563193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미준수 시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피드백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14469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결과 확정 및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078885"/>
                  </a:ext>
                </a:extLst>
              </a:tr>
              <a:tr h="22359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검증 결과 값 </a:t>
                      </a:r>
                      <a:r>
                        <a:rPr lang="en-US" altLang="ko-KR" sz="900" dirty="0"/>
                        <a:t>(PASS / FAIL)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/>
                        <a:t>검증자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ID, </a:t>
                      </a:r>
                      <a:r>
                        <a:rPr lang="ko-KR" altLang="en-US" sz="900" dirty="0"/>
                        <a:t>검증 일시</a:t>
                      </a:r>
                      <a:r>
                        <a:rPr lang="en-US" altLang="ko-KR" sz="900" dirty="0"/>
                        <a:t>, AI </a:t>
                      </a:r>
                      <a:r>
                        <a:rPr lang="ko-KR" altLang="en-US" sz="900" dirty="0"/>
                        <a:t>판독 수치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피드백 메시지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84756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검증 결과는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287223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→ KPI </a:t>
                      </a:r>
                      <a:r>
                        <a:rPr lang="ko-KR" altLang="en-US" sz="900" dirty="0"/>
                        <a:t>보드로 집계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194945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실무자 업무 이력에 누적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379735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→ </a:t>
                      </a:r>
                      <a:r>
                        <a:rPr lang="ko-KR" altLang="en-US" sz="900" dirty="0" err="1"/>
                        <a:t>재지시</a:t>
                      </a:r>
                      <a:r>
                        <a:rPr lang="ko-KR" altLang="en-US" sz="900" dirty="0"/>
                        <a:t> 판단 데이터로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252611"/>
                  </a:ext>
                </a:extLst>
              </a:tr>
              <a:tr h="22359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수동 검증 필수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기준 이미지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수동 판단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257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미준수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실무자에게 즉시 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2574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검증 미완료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반영 제외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186634"/>
                  </a:ext>
                </a:extLst>
              </a:tr>
              <a:tr h="22359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품질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이행 </a:t>
                      </a:r>
                      <a:r>
                        <a:rPr lang="ko-KR" altLang="en-US" sz="900" dirty="0" err="1"/>
                        <a:t>준수율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미준수 발생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2275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재작업률</a:t>
                      </a:r>
                      <a:r>
                        <a:rPr lang="ko-KR" altLang="en-US" sz="900" dirty="0"/>
                        <a:t> 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운영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처리 소요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활용률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45351"/>
                  </a:ext>
                </a:extLst>
              </a:tr>
              <a:tr h="2235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관리자 검증 부담 감소율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3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471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CD6BB2-20D9-80F8-8731-11EA4EEBA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068766" cy="6858000"/>
          </a:xfrm>
          <a:prstGeom prst="rect">
            <a:avLst/>
          </a:prstGeom>
        </p:spPr>
      </p:pic>
      <p:pic>
        <p:nvPicPr>
          <p:cNvPr id="7" name="그림 6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8408C0-DA15-14BD-C093-60B66E9DD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17" y="0"/>
            <a:ext cx="5058383" cy="3501957"/>
          </a:xfrm>
          <a:prstGeom prst="rect">
            <a:avLst/>
          </a:prstGeom>
        </p:spPr>
      </p:pic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C9FE47-1979-16CC-618E-8DA81EDFE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17" y="3651085"/>
            <a:ext cx="5058384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2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8CCAC50-CFB1-A455-A82C-8AD6B58D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02077"/>
              </p:ext>
            </p:extLst>
          </p:nvPr>
        </p:nvGraphicFramePr>
        <p:xfrm>
          <a:off x="137809" y="127018"/>
          <a:ext cx="6277408" cy="6636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424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310533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918451">
                  <a:extLst>
                    <a:ext uri="{9D8B030D-6E8A-4147-A177-3AD203B41FA5}">
                      <a16:colId xmlns:a16="http://schemas.microsoft.com/office/drawing/2014/main" val="862060380"/>
                    </a:ext>
                  </a:extLst>
                </a:gridCol>
              </a:tblGrid>
              <a:tr h="23873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</a:t>
                      </a:r>
                      <a:r>
                        <a:rPr lang="ko-KR" altLang="en-US" sz="900" dirty="0"/>
                        <a:t> 보드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041719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</a:t>
                      </a:r>
                      <a:r>
                        <a:rPr lang="ko-KR" altLang="en-US" sz="900" dirty="0"/>
                        <a:t> 보드</a:t>
                      </a:r>
                      <a:r>
                        <a:rPr lang="en-US" altLang="ko-KR" sz="900" dirty="0"/>
                        <a:t>-AcT-05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9835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92907"/>
                  </a:ext>
                </a:extLst>
              </a:tr>
              <a:tr h="5252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CS MAC KPI Visualization </a:t>
                      </a:r>
                      <a:r>
                        <a:rPr lang="ko-KR" altLang="en-US" sz="900" dirty="0"/>
                        <a:t>보드는 </a:t>
                      </a:r>
                      <a:r>
                        <a:rPr lang="en-US" altLang="ko-KR" sz="900" b="1" dirty="0"/>
                        <a:t>TPO </a:t>
                      </a:r>
                      <a:r>
                        <a:rPr lang="ko-KR" altLang="en-US" sz="900" b="1" dirty="0"/>
                        <a:t>이행근거 검증 결과</a:t>
                      </a:r>
                      <a:r>
                        <a:rPr lang="en-US" altLang="ko-KR" sz="900" b="1" dirty="0"/>
                        <a:t>(Check)</a:t>
                      </a:r>
                      <a:r>
                        <a:rPr lang="ko-KR" altLang="en-US" sz="900" b="1" dirty="0"/>
                        <a:t>를 업무관리 </a:t>
                      </a:r>
                      <a:r>
                        <a:rPr lang="en-US" altLang="ko-KR" sz="900" b="1" dirty="0"/>
                        <a:t>KPI</a:t>
                      </a:r>
                      <a:r>
                        <a:rPr lang="ko-KR" altLang="en-US" sz="900" b="1" dirty="0"/>
                        <a:t>로 변환하여 실무자</a:t>
                      </a:r>
                      <a:r>
                        <a:rPr lang="en-US" altLang="ko-KR" sz="900" b="1" dirty="0"/>
                        <a:t>·</a:t>
                      </a:r>
                      <a:r>
                        <a:rPr lang="ko-KR" altLang="en-US" sz="900" b="1" dirty="0"/>
                        <a:t>팀</a:t>
                      </a:r>
                      <a:r>
                        <a:rPr lang="en-US" altLang="ko-KR" sz="900" b="1" dirty="0"/>
                        <a:t>·</a:t>
                      </a:r>
                      <a:r>
                        <a:rPr lang="ko-KR" altLang="en-US" sz="900" b="1" dirty="0"/>
                        <a:t>사업장 단위의 품질 상태를 </a:t>
                      </a:r>
                      <a:r>
                        <a:rPr lang="ko-KR" altLang="en-US" sz="900" b="1" dirty="0" err="1"/>
                        <a:t>시각화하는</a:t>
                      </a:r>
                      <a:r>
                        <a:rPr lang="ko-KR" altLang="en-US" sz="900" b="1" dirty="0"/>
                        <a:t> 통제</a:t>
                      </a:r>
                      <a:r>
                        <a:rPr lang="en-US" altLang="ko-KR" sz="900" b="1" dirty="0"/>
                        <a:t>(Control) </a:t>
                      </a:r>
                      <a:r>
                        <a:rPr lang="ko-KR" altLang="en-US" sz="900" b="1" dirty="0"/>
                        <a:t>화면</a:t>
                      </a:r>
                      <a:r>
                        <a:rPr lang="ko-KR" altLang="en-US" sz="900" dirty="0"/>
                        <a:t>이다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983660"/>
                  </a:ext>
                </a:extLst>
              </a:tr>
              <a:tr h="238739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진입조건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연결흐름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진입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TPO </a:t>
                      </a:r>
                      <a:r>
                        <a:rPr lang="ko-KR" altLang="en-US" sz="900" dirty="0"/>
                        <a:t>이행근거 검증 보드에서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85468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준수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미준수 판정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50922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검증 결과가 확정됨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518789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연결 흐름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CS MAC KPI Visualization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648966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041295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리스크 항목 추적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184636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개선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 err="1"/>
                        <a:t>재지시</a:t>
                      </a:r>
                      <a:r>
                        <a:rPr lang="ko-KR" altLang="en-US" sz="900" dirty="0"/>
                        <a:t> 판단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995549"/>
                  </a:ext>
                </a:extLst>
              </a:tr>
              <a:tr h="238739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상단 제어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화면명</a:t>
                      </a:r>
                      <a:r>
                        <a:rPr lang="en-US" altLang="ko-KR" sz="900" dirty="0"/>
                        <a:t>: CS MAC KPI Visualization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24116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1198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사업장 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지점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50823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기간 필터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오늘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주간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월간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748014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글로벌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요약 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Global Compliance (</a:t>
                      </a:r>
                      <a:r>
                        <a:rPr lang="ko-KR" altLang="en-US" sz="900" dirty="0"/>
                        <a:t>종합 </a:t>
                      </a:r>
                      <a:r>
                        <a:rPr lang="ko-KR" altLang="en-US" sz="900" dirty="0" err="1"/>
                        <a:t>준수율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16419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총 검증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093679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리스크 발생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349562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판독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수동 검증 비중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374177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핵심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카드 영역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(*</a:t>
                      </a:r>
                      <a:r>
                        <a:rPr lang="ko-KR" altLang="en-US" sz="900" dirty="0"/>
                        <a:t>고객사 맞춤형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정확성 </a:t>
                      </a:r>
                      <a:r>
                        <a:rPr lang="en-US" altLang="ko-KR" sz="900" dirty="0"/>
                        <a:t>(Accuracy) &gt; </a:t>
                      </a:r>
                      <a:r>
                        <a:rPr lang="ko-KR" altLang="en-US" sz="900" dirty="0"/>
                        <a:t>표준 기준 </a:t>
                      </a:r>
                      <a:r>
                        <a:rPr lang="ko-KR" altLang="en-US" sz="900" dirty="0" err="1"/>
                        <a:t>준수율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894581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신속성 </a:t>
                      </a:r>
                      <a:r>
                        <a:rPr lang="en-US" altLang="ko-KR" sz="900" dirty="0"/>
                        <a:t>(Speed) &gt; </a:t>
                      </a:r>
                      <a:r>
                        <a:rPr lang="ko-KR" altLang="en-US" sz="900" dirty="0"/>
                        <a:t>기한 내 </a:t>
                      </a:r>
                      <a:r>
                        <a:rPr lang="ko-KR" altLang="en-US" sz="900" dirty="0" err="1"/>
                        <a:t>실행률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282640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충실도 </a:t>
                      </a:r>
                      <a:r>
                        <a:rPr lang="en-US" altLang="ko-KR" sz="900" dirty="0"/>
                        <a:t>(Fidelity) &gt; </a:t>
                      </a:r>
                      <a:r>
                        <a:rPr lang="ko-KR" altLang="en-US" sz="900" dirty="0"/>
                        <a:t>필수 이행근거 확보율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986226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공유도 </a:t>
                      </a:r>
                      <a:r>
                        <a:rPr lang="en-US" altLang="ko-KR" sz="900" dirty="0"/>
                        <a:t>(Sharing) &gt; </a:t>
                      </a:r>
                      <a:r>
                        <a:rPr lang="ko-KR" altLang="en-US" sz="900" dirty="0"/>
                        <a:t>업무정보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 err="1"/>
                        <a:t>공유율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947168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실무자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매트릭스 영역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실무자별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테이블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정확성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신속성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충실도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공유도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종합 점수</a:t>
                      </a:r>
                      <a:r>
                        <a:rPr lang="en-US" altLang="ko-KR" sz="900" dirty="0"/>
                        <a:t>(pt)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312848"/>
                  </a:ext>
                </a:extLst>
              </a:tr>
              <a:tr h="238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상태 표시 </a:t>
                      </a:r>
                      <a:r>
                        <a:rPr lang="en-US" altLang="ko-KR" sz="900" dirty="0"/>
                        <a:t>&gt; STABLE, RISK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124411"/>
                  </a:ext>
                </a:extLst>
              </a:tr>
              <a:tr h="3819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개인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상세 패널 </a:t>
                      </a:r>
                      <a:r>
                        <a:rPr lang="en-US" altLang="ko-KR" sz="900" dirty="0"/>
                        <a:t>((</a:t>
                      </a:r>
                      <a:r>
                        <a:rPr lang="ko-KR" altLang="en-US" sz="900" dirty="0"/>
                        <a:t>우측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선택 실무자의 </a:t>
                      </a: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상세 분석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항목별 점수 바 차트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총 검증 건수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algn="l" latinLnBrk="1"/>
                      <a:r>
                        <a:rPr lang="ko-KR" altLang="en-US" sz="900" dirty="0"/>
                        <a:t>리스크 카운트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88820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77E979B-7CFC-4DBB-D595-DBAE7C000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49503"/>
              </p:ext>
            </p:extLst>
          </p:nvPr>
        </p:nvGraphicFramePr>
        <p:xfrm>
          <a:off x="6633722" y="76605"/>
          <a:ext cx="5467486" cy="6687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757">
                  <a:extLst>
                    <a:ext uri="{9D8B030D-6E8A-4147-A177-3AD203B41FA5}">
                      <a16:colId xmlns:a16="http://schemas.microsoft.com/office/drawing/2014/main" val="1194569980"/>
                    </a:ext>
                  </a:extLst>
                </a:gridCol>
                <a:gridCol w="1072464">
                  <a:extLst>
                    <a:ext uri="{9D8B030D-6E8A-4147-A177-3AD203B41FA5}">
                      <a16:colId xmlns:a16="http://schemas.microsoft.com/office/drawing/2014/main" val="1386803150"/>
                    </a:ext>
                  </a:extLst>
                </a:gridCol>
                <a:gridCol w="3446265">
                  <a:extLst>
                    <a:ext uri="{9D8B030D-6E8A-4147-A177-3AD203B41FA5}">
                      <a16:colId xmlns:a16="http://schemas.microsoft.com/office/drawing/2014/main" val="3032148067"/>
                    </a:ext>
                  </a:extLst>
                </a:gridCol>
              </a:tblGrid>
              <a:tr h="25413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화면구성영역</a:t>
                      </a:r>
                      <a:endParaRPr lang="en-US" altLang="ko-KR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리스크 항목 </a:t>
                      </a:r>
                      <a:endParaRPr lang="en-US" altLang="ko-KR" sz="900" dirty="0"/>
                    </a:p>
                    <a:p>
                      <a:pPr algn="l" latinLnBrk="1"/>
                      <a:r>
                        <a:rPr lang="ko-KR" altLang="en-US" sz="900" dirty="0"/>
                        <a:t>리스트 영역</a:t>
                      </a:r>
                      <a:endParaRPr lang="en-US" altLang="ko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미준수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리스크 항목 카드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발생 원인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관련 </a:t>
                      </a:r>
                      <a:r>
                        <a:rPr lang="en-US" altLang="ko-KR" sz="900" dirty="0"/>
                        <a:t>KPI, </a:t>
                      </a:r>
                      <a:r>
                        <a:rPr lang="ko-KR" altLang="en-US" sz="900" dirty="0"/>
                        <a:t>발생 시점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302353"/>
                  </a:ext>
                </a:extLst>
              </a:tr>
              <a:tr h="25413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즉시 조치 버튼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피드백 전송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조치 완료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333577"/>
                  </a:ext>
                </a:extLst>
              </a:tr>
              <a:tr h="2446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핵심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오브젝트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정의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검증 데이터를 수치화한 관리 지표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82634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실무자 </a:t>
                      </a:r>
                      <a:r>
                        <a:rPr lang="en-US" altLang="ko-KR" sz="900" dirty="0"/>
                        <a:t>KPI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개인 단위 품질 성과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2547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종합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가중치 기반 산출 점수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333518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리스크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관리 개입이 필요한 미준수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95932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개선 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피드백 또는 </a:t>
                      </a:r>
                      <a:r>
                        <a:rPr lang="ko-KR" altLang="en-US" sz="900" dirty="0" err="1"/>
                        <a:t>재지시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899132"/>
                  </a:ext>
                </a:extLst>
              </a:tr>
              <a:tr h="2446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사용자 액션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&amp;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상태 변화 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ko-KR" altLang="en-US" sz="900" dirty="0"/>
                        <a:t>로직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사용자 액션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기간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사업장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52000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실무자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223937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상세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097880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리스크 항목 클릭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563193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피드백 전송 또는 조치 완료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14469"/>
                  </a:ext>
                </a:extLst>
              </a:tr>
              <a:tr h="2446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생성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항목별 점수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종합 점수</a:t>
                      </a:r>
                      <a:r>
                        <a:rPr lang="en-US" altLang="ko-KR" sz="900" dirty="0"/>
                        <a:t>(pt), </a:t>
                      </a:r>
                      <a:r>
                        <a:rPr lang="ko-KR" altLang="en-US" sz="900" dirty="0"/>
                        <a:t>리스크 발생 로그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조치 이력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456705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연동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데이터는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287223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실무자 이력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194945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→ 팀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사업장 성과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379735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→ 평가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보상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교육 자료로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252611"/>
                  </a:ext>
                </a:extLst>
              </a:tr>
              <a:tr h="24469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알림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검증 미확정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 err="1"/>
                        <a:t>미반영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993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데이터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KPI </a:t>
                      </a:r>
                      <a:r>
                        <a:rPr lang="ko-KR" altLang="en-US" sz="900" dirty="0"/>
                        <a:t>계산 제외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405325"/>
                  </a:ext>
                </a:extLst>
              </a:tr>
              <a:tr h="2755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리스크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알림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74769"/>
                  </a:ext>
                </a:extLst>
              </a:tr>
              <a:tr h="27559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조치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상태 정상화</a:t>
                      </a:r>
                      <a:r>
                        <a:rPr lang="en-US" altLang="ko-KR" sz="900" dirty="0"/>
                        <a:t>(STABLE)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186634"/>
                  </a:ext>
                </a:extLst>
              </a:tr>
              <a:tr h="244691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화면 성공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지표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관리지표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리스크 사전 발견율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08902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재발 미준수 감소율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22560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관리자 개입 효율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40552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경영지표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서비스 품질 안정도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57461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실무자 간 편차 감소율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645351"/>
                  </a:ext>
                </a:extLst>
              </a:tr>
              <a:tr h="2446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표준 준수 지속성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93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08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2140</TotalTime>
  <Words>3456</Words>
  <Application>Microsoft Office PowerPoint</Application>
  <PresentationFormat>와이드스크린</PresentationFormat>
  <Paragraphs>840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병선 박</dc:creator>
  <cp:lastModifiedBy>병선 박</cp:lastModifiedBy>
  <cp:revision>12</cp:revision>
  <dcterms:created xsi:type="dcterms:W3CDTF">2026-02-03T02:19:19Z</dcterms:created>
  <dcterms:modified xsi:type="dcterms:W3CDTF">2026-02-10T00:54:28Z</dcterms:modified>
</cp:coreProperties>
</file>