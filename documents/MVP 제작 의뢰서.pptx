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56" r:id="rId3"/>
    <p:sldId id="257" r:id="rId4"/>
    <p:sldId id="1892" r:id="rId5"/>
    <p:sldId id="1809" r:id="rId6"/>
    <p:sldId id="1811" r:id="rId7"/>
    <p:sldId id="1869" r:id="rId8"/>
    <p:sldId id="1870" r:id="rId9"/>
    <p:sldId id="1871" r:id="rId10"/>
    <p:sldId id="1881" r:id="rId11"/>
    <p:sldId id="1882" r:id="rId12"/>
    <p:sldId id="1815" r:id="rId13"/>
    <p:sldId id="1876" r:id="rId14"/>
    <p:sldId id="1894" r:id="rId15"/>
    <p:sldId id="1812" r:id="rId16"/>
    <p:sldId id="1895" r:id="rId17"/>
    <p:sldId id="1814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47BDE1-7587-47AC-AE44-DA1A1FA5E553}" v="30" dt="2026-01-21T07:46:13.2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6" d="100"/>
          <a:sy n="96" d="100"/>
        </p:scale>
        <p:origin x="50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병선 박" userId="374bbc00b8f711d5" providerId="LiveId" clId="{5DE3988C-1F83-4C27-BD42-38CBC20CEFDA}"/>
    <pc:docChg chg="undo custSel addSld delSld modSld sldOrd">
      <pc:chgData name="병선 박" userId="374bbc00b8f711d5" providerId="LiveId" clId="{5DE3988C-1F83-4C27-BD42-38CBC20CEFDA}" dt="2026-01-21T07:54:22.379" v="1880" actId="20577"/>
      <pc:docMkLst>
        <pc:docMk/>
      </pc:docMkLst>
      <pc:sldChg chg="modSp mod">
        <pc:chgData name="병선 박" userId="374bbc00b8f711d5" providerId="LiveId" clId="{5DE3988C-1F83-4C27-BD42-38CBC20CEFDA}" dt="2026-01-21T07:54:22.379" v="1880" actId="20577"/>
        <pc:sldMkLst>
          <pc:docMk/>
          <pc:sldMk cId="854161728" sldId="256"/>
        </pc:sldMkLst>
        <pc:spChg chg="mod">
          <ac:chgData name="병선 박" userId="374bbc00b8f711d5" providerId="LiveId" clId="{5DE3988C-1F83-4C27-BD42-38CBC20CEFDA}" dt="2026-01-21T07:54:22.379" v="1880" actId="20577"/>
          <ac:spMkLst>
            <pc:docMk/>
            <pc:sldMk cId="854161728" sldId="256"/>
            <ac:spMk id="5" creationId="{2EF5A312-E6F9-F67C-A94E-1934D95E2775}"/>
          </ac:spMkLst>
        </pc:spChg>
      </pc:sldChg>
      <pc:sldChg chg="addSp delSp modSp mod">
        <pc:chgData name="병선 박" userId="374bbc00b8f711d5" providerId="LiveId" clId="{5DE3988C-1F83-4C27-BD42-38CBC20CEFDA}" dt="2026-01-21T06:57:00.525" v="1033" actId="1076"/>
        <pc:sldMkLst>
          <pc:docMk/>
          <pc:sldMk cId="1124765810" sldId="257"/>
        </pc:sldMkLst>
        <pc:spChg chg="mod">
          <ac:chgData name="병선 박" userId="374bbc00b8f711d5" providerId="LiveId" clId="{5DE3988C-1F83-4C27-BD42-38CBC20CEFDA}" dt="2026-01-21T06:57:00.525" v="1033" actId="1076"/>
          <ac:spMkLst>
            <pc:docMk/>
            <pc:sldMk cId="1124765810" sldId="257"/>
            <ac:spMk id="4" creationId="{C93D32E6-E8E2-06A1-9DD0-E44A5B4D9918}"/>
          </ac:spMkLst>
        </pc:spChg>
        <pc:spChg chg="mod">
          <ac:chgData name="병선 박" userId="374bbc00b8f711d5" providerId="LiveId" clId="{5DE3988C-1F83-4C27-BD42-38CBC20CEFDA}" dt="2026-01-21T06:56:57.226" v="1032" actId="1076"/>
          <ac:spMkLst>
            <pc:docMk/>
            <pc:sldMk cId="1124765810" sldId="257"/>
            <ac:spMk id="5" creationId="{D2D808F5-FC77-FA4E-16DB-1F0C20C08E74}"/>
          </ac:spMkLst>
        </pc:spChg>
        <pc:spChg chg="mod">
          <ac:chgData name="병선 박" userId="374bbc00b8f711d5" providerId="LiveId" clId="{5DE3988C-1F83-4C27-BD42-38CBC20CEFDA}" dt="2026-01-21T05:49:39.811" v="972" actId="1076"/>
          <ac:spMkLst>
            <pc:docMk/>
            <pc:sldMk cId="1124765810" sldId="257"/>
            <ac:spMk id="6" creationId="{3C06EFE4-0383-94F2-BCCE-E623EE7DCD40}"/>
          </ac:spMkLst>
        </pc:spChg>
        <pc:spChg chg="add del mod">
          <ac:chgData name="병선 박" userId="374bbc00b8f711d5" providerId="LiveId" clId="{5DE3988C-1F83-4C27-BD42-38CBC20CEFDA}" dt="2026-01-21T06:56:49.683" v="1031" actId="478"/>
          <ac:spMkLst>
            <pc:docMk/>
            <pc:sldMk cId="1124765810" sldId="257"/>
            <ac:spMk id="9" creationId="{2734D734-C9F7-2FB4-02F7-50F0C2548B83}"/>
          </ac:spMkLst>
        </pc:spChg>
        <pc:graphicFrameChg chg="mod modGraphic">
          <ac:chgData name="병선 박" userId="374bbc00b8f711d5" providerId="LiveId" clId="{5DE3988C-1F83-4C27-BD42-38CBC20CEFDA}" dt="2026-01-21T06:28:38.157" v="1009" actId="14100"/>
          <ac:graphicFrameMkLst>
            <pc:docMk/>
            <pc:sldMk cId="1124765810" sldId="257"/>
            <ac:graphicFrameMk id="8" creationId="{9DD65584-6DB9-C3F8-07E7-EFA27A83359D}"/>
          </ac:graphicFrameMkLst>
        </pc:graphicFrameChg>
      </pc:sldChg>
      <pc:sldChg chg="addSp delSp modSp new del mod ord">
        <pc:chgData name="병선 박" userId="374bbc00b8f711d5" providerId="LiveId" clId="{5DE3988C-1F83-4C27-BD42-38CBC20CEFDA}" dt="2026-01-21T07:28:28.051" v="1635" actId="47"/>
        <pc:sldMkLst>
          <pc:docMk/>
          <pc:sldMk cId="1698831292" sldId="258"/>
        </pc:sldMkLst>
        <pc:spChg chg="del">
          <ac:chgData name="병선 박" userId="374bbc00b8f711d5" providerId="LiveId" clId="{5DE3988C-1F83-4C27-BD42-38CBC20CEFDA}" dt="2026-01-21T06:28:46.083" v="1012" actId="478"/>
          <ac:spMkLst>
            <pc:docMk/>
            <pc:sldMk cId="1698831292" sldId="258"/>
            <ac:spMk id="2" creationId="{83E86DDB-3D00-5185-527B-CDBC1E962809}"/>
          </ac:spMkLst>
        </pc:spChg>
        <pc:spChg chg="del">
          <ac:chgData name="병선 박" userId="374bbc00b8f711d5" providerId="LiveId" clId="{5DE3988C-1F83-4C27-BD42-38CBC20CEFDA}" dt="2026-01-21T06:28:44.852" v="1011" actId="478"/>
          <ac:spMkLst>
            <pc:docMk/>
            <pc:sldMk cId="1698831292" sldId="258"/>
            <ac:spMk id="3" creationId="{69DE15E4-BD00-0804-C797-753F69611974}"/>
          </ac:spMkLst>
        </pc:spChg>
        <pc:spChg chg="add del mod">
          <ac:chgData name="병선 박" userId="374bbc00b8f711d5" providerId="LiveId" clId="{5DE3988C-1F83-4C27-BD42-38CBC20CEFDA}" dt="2026-01-21T07:25:09.434" v="1627" actId="478"/>
          <ac:spMkLst>
            <pc:docMk/>
            <pc:sldMk cId="1698831292" sldId="258"/>
            <ac:spMk id="6" creationId="{FC5DE2B1-A1D6-5F6C-6D63-FCEF12A5B3D1}"/>
          </ac:spMkLst>
        </pc:spChg>
        <pc:picChg chg="add mod">
          <ac:chgData name="병선 박" userId="374bbc00b8f711d5" providerId="LiveId" clId="{5DE3988C-1F83-4C27-BD42-38CBC20CEFDA}" dt="2026-01-21T07:25:21.320" v="1633" actId="1076"/>
          <ac:picMkLst>
            <pc:docMk/>
            <pc:sldMk cId="1698831292" sldId="258"/>
            <ac:picMk id="4" creationId="{43B0C203-0093-8673-A5E3-3953BA49CB82}"/>
          </ac:picMkLst>
        </pc:picChg>
        <pc:picChg chg="add del mod">
          <ac:chgData name="병선 박" userId="374bbc00b8f711d5" providerId="LiveId" clId="{5DE3988C-1F83-4C27-BD42-38CBC20CEFDA}" dt="2026-01-21T07:25:19.349" v="1632" actId="478"/>
          <ac:picMkLst>
            <pc:docMk/>
            <pc:sldMk cId="1698831292" sldId="258"/>
            <ac:picMk id="5" creationId="{9FDBA2DA-2CC3-637B-9835-C24C6EF51C69}"/>
          </ac:picMkLst>
        </pc:picChg>
      </pc:sldChg>
      <pc:sldChg chg="modSp add mod">
        <pc:chgData name="병선 박" userId="374bbc00b8f711d5" providerId="LiveId" clId="{5DE3988C-1F83-4C27-BD42-38CBC20CEFDA}" dt="2026-01-21T07:32:43.607" v="1676" actId="20577"/>
        <pc:sldMkLst>
          <pc:docMk/>
          <pc:sldMk cId="1116757261" sldId="1809"/>
        </pc:sldMkLst>
        <pc:spChg chg="mod">
          <ac:chgData name="병선 박" userId="374bbc00b8f711d5" providerId="LiveId" clId="{5DE3988C-1F83-4C27-BD42-38CBC20CEFDA}" dt="2026-01-21T07:32:43.607" v="1676" actId="20577"/>
          <ac:spMkLst>
            <pc:docMk/>
            <pc:sldMk cId="1116757261" sldId="1809"/>
            <ac:spMk id="9" creationId="{2233FDFA-C113-0714-E4E5-FBB2A704A962}"/>
          </ac:spMkLst>
        </pc:spChg>
      </pc:sldChg>
      <pc:sldChg chg="modSp add mod">
        <pc:chgData name="병선 박" userId="374bbc00b8f711d5" providerId="LiveId" clId="{5DE3988C-1F83-4C27-BD42-38CBC20CEFDA}" dt="2026-01-21T07:34:06.286" v="1702" actId="20577"/>
        <pc:sldMkLst>
          <pc:docMk/>
          <pc:sldMk cId="1723401847" sldId="1811"/>
        </pc:sldMkLst>
        <pc:spChg chg="mod">
          <ac:chgData name="병선 박" userId="374bbc00b8f711d5" providerId="LiveId" clId="{5DE3988C-1F83-4C27-BD42-38CBC20CEFDA}" dt="2026-01-21T07:34:06.286" v="1702" actId="20577"/>
          <ac:spMkLst>
            <pc:docMk/>
            <pc:sldMk cId="1723401847" sldId="1811"/>
            <ac:spMk id="26" creationId="{E4E1A5A7-2A97-7367-11D4-D5B960A18C3E}"/>
          </ac:spMkLst>
        </pc:spChg>
      </pc:sldChg>
      <pc:sldChg chg="modSp add mod">
        <pc:chgData name="병선 박" userId="374bbc00b8f711d5" providerId="LiveId" clId="{5DE3988C-1F83-4C27-BD42-38CBC20CEFDA}" dt="2026-01-21T07:44:10.764" v="1864" actId="20577"/>
        <pc:sldMkLst>
          <pc:docMk/>
          <pc:sldMk cId="980976362" sldId="1812"/>
        </pc:sldMkLst>
        <pc:spChg chg="mod">
          <ac:chgData name="병선 박" userId="374bbc00b8f711d5" providerId="LiveId" clId="{5DE3988C-1F83-4C27-BD42-38CBC20CEFDA}" dt="2026-01-21T07:44:10.764" v="1864" actId="20577"/>
          <ac:spMkLst>
            <pc:docMk/>
            <pc:sldMk cId="980976362" sldId="1812"/>
            <ac:spMk id="8" creationId="{14566B61-4463-CF9B-5F2C-7FD4AEDEDF4A}"/>
          </ac:spMkLst>
        </pc:spChg>
      </pc:sldChg>
      <pc:sldChg chg="modSp add mod">
        <pc:chgData name="병선 박" userId="374bbc00b8f711d5" providerId="LiveId" clId="{5DE3988C-1F83-4C27-BD42-38CBC20CEFDA}" dt="2026-01-21T07:46:27.647" v="1877" actId="20577"/>
        <pc:sldMkLst>
          <pc:docMk/>
          <pc:sldMk cId="1444945906" sldId="1814"/>
        </pc:sldMkLst>
        <pc:spChg chg="mod">
          <ac:chgData name="병선 박" userId="374bbc00b8f711d5" providerId="LiveId" clId="{5DE3988C-1F83-4C27-BD42-38CBC20CEFDA}" dt="2026-01-21T07:46:27.647" v="1877" actId="20577"/>
          <ac:spMkLst>
            <pc:docMk/>
            <pc:sldMk cId="1444945906" sldId="1814"/>
            <ac:spMk id="60" creationId="{F8259F2B-AAAA-5BFB-DD29-DB89FCE996A2}"/>
          </ac:spMkLst>
        </pc:spChg>
      </pc:sldChg>
      <pc:sldChg chg="modSp add mod">
        <pc:chgData name="병선 박" userId="374bbc00b8f711d5" providerId="LiveId" clId="{5DE3988C-1F83-4C27-BD42-38CBC20CEFDA}" dt="2026-01-21T07:42:10.473" v="1851" actId="113"/>
        <pc:sldMkLst>
          <pc:docMk/>
          <pc:sldMk cId="76600665" sldId="1815"/>
        </pc:sldMkLst>
        <pc:spChg chg="mod">
          <ac:chgData name="병선 박" userId="374bbc00b8f711d5" providerId="LiveId" clId="{5DE3988C-1F83-4C27-BD42-38CBC20CEFDA}" dt="2026-01-21T07:42:10.473" v="1851" actId="113"/>
          <ac:spMkLst>
            <pc:docMk/>
            <pc:sldMk cId="76600665" sldId="1815"/>
            <ac:spMk id="41" creationId="{C240129B-B2E2-8419-BBF6-9DFB6BBD60A4}"/>
          </ac:spMkLst>
        </pc:spChg>
      </pc:sldChg>
      <pc:sldChg chg="modSp add mod">
        <pc:chgData name="병선 박" userId="374bbc00b8f711d5" providerId="LiveId" clId="{5DE3988C-1F83-4C27-BD42-38CBC20CEFDA}" dt="2026-01-21T07:34:29.080" v="1704" actId="20577"/>
        <pc:sldMkLst>
          <pc:docMk/>
          <pc:sldMk cId="36578386" sldId="1869"/>
        </pc:sldMkLst>
        <pc:spChg chg="mod">
          <ac:chgData name="병선 박" userId="374bbc00b8f711d5" providerId="LiveId" clId="{5DE3988C-1F83-4C27-BD42-38CBC20CEFDA}" dt="2026-01-21T07:34:29.080" v="1704" actId="20577"/>
          <ac:spMkLst>
            <pc:docMk/>
            <pc:sldMk cId="36578386" sldId="1869"/>
            <ac:spMk id="44" creationId="{EF1C6E55-9BD3-CE81-71BD-DFF0DF13CBF2}"/>
          </ac:spMkLst>
        </pc:spChg>
      </pc:sldChg>
      <pc:sldChg chg="modSp add mod">
        <pc:chgData name="병선 박" userId="374bbc00b8f711d5" providerId="LiveId" clId="{5DE3988C-1F83-4C27-BD42-38CBC20CEFDA}" dt="2026-01-21T07:34:47.253" v="1709" actId="20577"/>
        <pc:sldMkLst>
          <pc:docMk/>
          <pc:sldMk cId="574061140" sldId="1870"/>
        </pc:sldMkLst>
        <pc:spChg chg="mod">
          <ac:chgData name="병선 박" userId="374bbc00b8f711d5" providerId="LiveId" clId="{5DE3988C-1F83-4C27-BD42-38CBC20CEFDA}" dt="2026-01-21T07:34:47.253" v="1709" actId="20577"/>
          <ac:spMkLst>
            <pc:docMk/>
            <pc:sldMk cId="574061140" sldId="1870"/>
            <ac:spMk id="34" creationId="{C85D3D7B-FC04-AB35-26D6-090C574FAC5C}"/>
          </ac:spMkLst>
        </pc:spChg>
      </pc:sldChg>
      <pc:sldChg chg="modSp add mod">
        <pc:chgData name="병선 박" userId="374bbc00b8f711d5" providerId="LiveId" clId="{5DE3988C-1F83-4C27-BD42-38CBC20CEFDA}" dt="2026-01-21T07:40:53.577" v="1766" actId="20577"/>
        <pc:sldMkLst>
          <pc:docMk/>
          <pc:sldMk cId="1362109206" sldId="1871"/>
        </pc:sldMkLst>
        <pc:spChg chg="mod">
          <ac:chgData name="병선 박" userId="374bbc00b8f711d5" providerId="LiveId" clId="{5DE3988C-1F83-4C27-BD42-38CBC20CEFDA}" dt="2026-01-21T07:40:53.577" v="1766" actId="20577"/>
          <ac:spMkLst>
            <pc:docMk/>
            <pc:sldMk cId="1362109206" sldId="1871"/>
            <ac:spMk id="2" creationId="{6FC5F054-8C32-34EA-54EB-6540AE556EEF}"/>
          </ac:spMkLst>
        </pc:spChg>
      </pc:sldChg>
      <pc:sldChg chg="modSp add mod ord">
        <pc:chgData name="병선 박" userId="374bbc00b8f711d5" providerId="LiveId" clId="{5DE3988C-1F83-4C27-BD42-38CBC20CEFDA}" dt="2026-01-21T07:41:40.735" v="1772" actId="20577"/>
        <pc:sldMkLst>
          <pc:docMk/>
          <pc:sldMk cId="1605976628" sldId="1876"/>
        </pc:sldMkLst>
        <pc:spChg chg="mod">
          <ac:chgData name="병선 박" userId="374bbc00b8f711d5" providerId="LiveId" clId="{5DE3988C-1F83-4C27-BD42-38CBC20CEFDA}" dt="2026-01-21T07:41:40.735" v="1772" actId="20577"/>
          <ac:spMkLst>
            <pc:docMk/>
            <pc:sldMk cId="1605976628" sldId="1876"/>
            <ac:spMk id="16" creationId="{F29A3C62-F0A8-CD61-2E29-9049C3475A58}"/>
          </ac:spMkLst>
        </pc:spChg>
      </pc:sldChg>
      <pc:sldChg chg="modSp add mod">
        <pc:chgData name="병선 박" userId="374bbc00b8f711d5" providerId="LiveId" clId="{5DE3988C-1F83-4C27-BD42-38CBC20CEFDA}" dt="2026-01-21T07:36:58.765" v="1723" actId="20577"/>
        <pc:sldMkLst>
          <pc:docMk/>
          <pc:sldMk cId="3603662283" sldId="1881"/>
        </pc:sldMkLst>
        <pc:spChg chg="mod">
          <ac:chgData name="병선 박" userId="374bbc00b8f711d5" providerId="LiveId" clId="{5DE3988C-1F83-4C27-BD42-38CBC20CEFDA}" dt="2026-01-21T07:36:58.765" v="1723" actId="20577"/>
          <ac:spMkLst>
            <pc:docMk/>
            <pc:sldMk cId="3603662283" sldId="1881"/>
            <ac:spMk id="7" creationId="{BBB2F3A5-CD30-B193-B57F-53FF78A3B0D2}"/>
          </ac:spMkLst>
        </pc:spChg>
      </pc:sldChg>
      <pc:sldChg chg="modSp add mod">
        <pc:chgData name="병선 박" userId="374bbc00b8f711d5" providerId="LiveId" clId="{5DE3988C-1F83-4C27-BD42-38CBC20CEFDA}" dt="2026-01-21T07:37:26.536" v="1734" actId="20577"/>
        <pc:sldMkLst>
          <pc:docMk/>
          <pc:sldMk cId="3490972189" sldId="1882"/>
        </pc:sldMkLst>
        <pc:spChg chg="mod">
          <ac:chgData name="병선 박" userId="374bbc00b8f711d5" providerId="LiveId" clId="{5DE3988C-1F83-4C27-BD42-38CBC20CEFDA}" dt="2026-01-21T07:37:26.536" v="1734" actId="20577"/>
          <ac:spMkLst>
            <pc:docMk/>
            <pc:sldMk cId="3490972189" sldId="1882"/>
            <ac:spMk id="7" creationId="{D82ABC69-EB98-05A4-EA75-5467C0B21650}"/>
          </ac:spMkLst>
        </pc:spChg>
      </pc:sldChg>
      <pc:sldChg chg="modSp add mod">
        <pc:chgData name="병선 박" userId="374bbc00b8f711d5" providerId="LiveId" clId="{5DE3988C-1F83-4C27-BD42-38CBC20CEFDA}" dt="2026-01-21T07:13:37.421" v="1277" actId="20577"/>
        <pc:sldMkLst>
          <pc:docMk/>
          <pc:sldMk cId="3610565595" sldId="1892"/>
        </pc:sldMkLst>
        <pc:spChg chg="mod">
          <ac:chgData name="병선 박" userId="374bbc00b8f711d5" providerId="LiveId" clId="{5DE3988C-1F83-4C27-BD42-38CBC20CEFDA}" dt="2026-01-21T07:13:37.421" v="1277" actId="20577"/>
          <ac:spMkLst>
            <pc:docMk/>
            <pc:sldMk cId="3610565595" sldId="1892"/>
            <ac:spMk id="2" creationId="{198D9985-E674-A7B0-A736-004BAC1308C5}"/>
          </ac:spMkLst>
        </pc:spChg>
        <pc:spChg chg="mod">
          <ac:chgData name="병선 박" userId="374bbc00b8f711d5" providerId="LiveId" clId="{5DE3988C-1F83-4C27-BD42-38CBC20CEFDA}" dt="2026-01-21T07:01:47.409" v="1159" actId="1076"/>
          <ac:spMkLst>
            <pc:docMk/>
            <pc:sldMk cId="3610565595" sldId="1892"/>
            <ac:spMk id="8" creationId="{08E32F85-71B4-1947-1E57-FD6509CF9D95}"/>
          </ac:spMkLst>
        </pc:spChg>
        <pc:graphicFrameChg chg="modGraphic">
          <ac:chgData name="병선 박" userId="374bbc00b8f711d5" providerId="LiveId" clId="{5DE3988C-1F83-4C27-BD42-38CBC20CEFDA}" dt="2026-01-21T06:57:46.125" v="1051" actId="20577"/>
          <ac:graphicFrameMkLst>
            <pc:docMk/>
            <pc:sldMk cId="3610565595" sldId="1892"/>
            <ac:graphicFrameMk id="9" creationId="{37070FDF-8452-131B-F0A4-60568FF43020}"/>
          </ac:graphicFrameMkLst>
        </pc:graphicFrameChg>
      </pc:sldChg>
      <pc:sldChg chg="addSp delSp modSp new del mod setBg setClrOvrMap">
        <pc:chgData name="병선 박" userId="374bbc00b8f711d5" providerId="LiveId" clId="{5DE3988C-1F83-4C27-BD42-38CBC20CEFDA}" dt="2026-01-21T07:46:37.554" v="1878" actId="47"/>
        <pc:sldMkLst>
          <pc:docMk/>
          <pc:sldMk cId="3755543724" sldId="1893"/>
        </pc:sldMkLst>
        <pc:spChg chg="del mod">
          <ac:chgData name="병선 박" userId="374bbc00b8f711d5" providerId="LiveId" clId="{5DE3988C-1F83-4C27-BD42-38CBC20CEFDA}" dt="2026-01-21T07:14:21.886" v="1282" actId="478"/>
          <ac:spMkLst>
            <pc:docMk/>
            <pc:sldMk cId="3755543724" sldId="1893"/>
            <ac:spMk id="2" creationId="{89BD233E-D6E8-637F-2F68-413723A38FA7}"/>
          </ac:spMkLst>
        </pc:spChg>
        <pc:spChg chg="add del">
          <ac:chgData name="병선 박" userId="374bbc00b8f711d5" providerId="LiveId" clId="{5DE3988C-1F83-4C27-BD42-38CBC20CEFDA}" dt="2026-01-21T07:14:21.347" v="1281" actId="478"/>
          <ac:spMkLst>
            <pc:docMk/>
            <pc:sldMk cId="3755543724" sldId="1893"/>
            <ac:spMk id="3" creationId="{80201D0D-125E-E867-3DC1-71FA115F1E1F}"/>
          </ac:spMkLst>
        </pc:spChg>
        <pc:spChg chg="add del">
          <ac:chgData name="병선 박" userId="374bbc00b8f711d5" providerId="LiveId" clId="{5DE3988C-1F83-4C27-BD42-38CBC20CEFDA}" dt="2026-01-21T07:14:17.797" v="1280" actId="26606"/>
          <ac:spMkLst>
            <pc:docMk/>
            <pc:sldMk cId="3755543724" sldId="1893"/>
            <ac:spMk id="8" creationId="{A3E8498D-DA8F-EF6C-5420-F153D4979209}"/>
          </ac:spMkLst>
        </pc:spChg>
      </pc:sldChg>
      <pc:sldChg chg="addSp delSp modSp new mod">
        <pc:chgData name="병선 박" userId="374bbc00b8f711d5" providerId="LiveId" clId="{5DE3988C-1F83-4C27-BD42-38CBC20CEFDA}" dt="2026-01-21T07:15:30.471" v="1292" actId="1076"/>
        <pc:sldMkLst>
          <pc:docMk/>
          <pc:sldMk cId="1092174371" sldId="1894"/>
        </pc:sldMkLst>
        <pc:spChg chg="del">
          <ac:chgData name="병선 박" userId="374bbc00b8f711d5" providerId="LiveId" clId="{5DE3988C-1F83-4C27-BD42-38CBC20CEFDA}" dt="2026-01-21T07:14:51.563" v="1287" actId="478"/>
          <ac:spMkLst>
            <pc:docMk/>
            <pc:sldMk cId="1092174371" sldId="1894"/>
            <ac:spMk id="2" creationId="{9A84D628-D7A3-F776-1907-04C00C1E01C5}"/>
          </ac:spMkLst>
        </pc:spChg>
        <pc:spChg chg="del">
          <ac:chgData name="병선 박" userId="374bbc00b8f711d5" providerId="LiveId" clId="{5DE3988C-1F83-4C27-BD42-38CBC20CEFDA}" dt="2026-01-21T07:14:50.789" v="1286" actId="478"/>
          <ac:spMkLst>
            <pc:docMk/>
            <pc:sldMk cId="1092174371" sldId="1894"/>
            <ac:spMk id="3" creationId="{11A49C6F-69DA-927D-FA75-B7EA106037FE}"/>
          </ac:spMkLst>
        </pc:spChg>
        <pc:spChg chg="add mod">
          <ac:chgData name="병선 박" userId="374bbc00b8f711d5" providerId="LiveId" clId="{5DE3988C-1F83-4C27-BD42-38CBC20CEFDA}" dt="2026-01-21T07:15:27.306" v="1291" actId="1076"/>
          <ac:spMkLst>
            <pc:docMk/>
            <pc:sldMk cId="1092174371" sldId="1894"/>
            <ac:spMk id="4" creationId="{4F970151-BA9A-6FD8-73B0-B40CC4D39AA5}"/>
          </ac:spMkLst>
        </pc:spChg>
        <pc:spChg chg="add mod">
          <ac:chgData name="병선 박" userId="374bbc00b8f711d5" providerId="LiveId" clId="{5DE3988C-1F83-4C27-BD42-38CBC20CEFDA}" dt="2026-01-21T07:15:27.306" v="1291" actId="1076"/>
          <ac:spMkLst>
            <pc:docMk/>
            <pc:sldMk cId="1092174371" sldId="1894"/>
            <ac:spMk id="6" creationId="{D12D9BF6-6306-62DA-976E-A9BBC80B027B}"/>
          </ac:spMkLst>
        </pc:spChg>
        <pc:spChg chg="add mod">
          <ac:chgData name="병선 박" userId="374bbc00b8f711d5" providerId="LiveId" clId="{5DE3988C-1F83-4C27-BD42-38CBC20CEFDA}" dt="2026-01-21T07:15:27.306" v="1291" actId="1076"/>
          <ac:spMkLst>
            <pc:docMk/>
            <pc:sldMk cId="1092174371" sldId="1894"/>
            <ac:spMk id="8" creationId="{F61D6E71-B2F2-BFAE-4FBC-1826431343D9}"/>
          </ac:spMkLst>
        </pc:spChg>
        <pc:spChg chg="add mod">
          <ac:chgData name="병선 박" userId="374bbc00b8f711d5" providerId="LiveId" clId="{5DE3988C-1F83-4C27-BD42-38CBC20CEFDA}" dt="2026-01-21T07:15:27.306" v="1291" actId="1076"/>
          <ac:spMkLst>
            <pc:docMk/>
            <pc:sldMk cId="1092174371" sldId="1894"/>
            <ac:spMk id="10" creationId="{4FC277F7-3D83-5F7D-331A-A1E5CDF5F265}"/>
          </ac:spMkLst>
        </pc:spChg>
        <pc:spChg chg="add mod">
          <ac:chgData name="병선 박" userId="374bbc00b8f711d5" providerId="LiveId" clId="{5DE3988C-1F83-4C27-BD42-38CBC20CEFDA}" dt="2026-01-21T07:15:27.306" v="1291" actId="1076"/>
          <ac:spMkLst>
            <pc:docMk/>
            <pc:sldMk cId="1092174371" sldId="1894"/>
            <ac:spMk id="11" creationId="{C518F37D-CCDE-C6FA-B89C-1E96A906FEC9}"/>
          </ac:spMkLst>
        </pc:spChg>
        <pc:spChg chg="add mod">
          <ac:chgData name="병선 박" userId="374bbc00b8f711d5" providerId="LiveId" clId="{5DE3988C-1F83-4C27-BD42-38CBC20CEFDA}" dt="2026-01-21T07:15:30.471" v="1292" actId="1076"/>
          <ac:spMkLst>
            <pc:docMk/>
            <pc:sldMk cId="1092174371" sldId="1894"/>
            <ac:spMk id="12" creationId="{383FC767-B8E7-BC45-9336-0E444E424305}"/>
          </ac:spMkLst>
        </pc:spChg>
        <pc:graphicFrameChg chg="add mod">
          <ac:chgData name="병선 박" userId="374bbc00b8f711d5" providerId="LiveId" clId="{5DE3988C-1F83-4C27-BD42-38CBC20CEFDA}" dt="2026-01-21T07:15:27.306" v="1291" actId="1076"/>
          <ac:graphicFrameMkLst>
            <pc:docMk/>
            <pc:sldMk cId="1092174371" sldId="1894"/>
            <ac:graphicFrameMk id="5" creationId="{A4D7C147-63D2-8F2B-9C1D-84DE735CB4B2}"/>
          </ac:graphicFrameMkLst>
        </pc:graphicFrameChg>
        <pc:graphicFrameChg chg="add mod">
          <ac:chgData name="병선 박" userId="374bbc00b8f711d5" providerId="LiveId" clId="{5DE3988C-1F83-4C27-BD42-38CBC20CEFDA}" dt="2026-01-21T07:15:27.306" v="1291" actId="1076"/>
          <ac:graphicFrameMkLst>
            <pc:docMk/>
            <pc:sldMk cId="1092174371" sldId="1894"/>
            <ac:graphicFrameMk id="7" creationId="{EA113C56-B473-3408-D64F-23F81211A64B}"/>
          </ac:graphicFrameMkLst>
        </pc:graphicFrameChg>
        <pc:graphicFrameChg chg="add mod">
          <ac:chgData name="병선 박" userId="374bbc00b8f711d5" providerId="LiveId" clId="{5DE3988C-1F83-4C27-BD42-38CBC20CEFDA}" dt="2026-01-21T07:15:27.306" v="1291" actId="1076"/>
          <ac:graphicFrameMkLst>
            <pc:docMk/>
            <pc:sldMk cId="1092174371" sldId="1894"/>
            <ac:graphicFrameMk id="9" creationId="{2C2CB932-D018-FB49-A7A9-878166190A28}"/>
          </ac:graphicFrameMkLst>
        </pc:graphicFrameChg>
      </pc:sldChg>
      <pc:sldChg chg="addSp delSp modSp new mod">
        <pc:chgData name="병선 박" userId="374bbc00b8f711d5" providerId="LiveId" clId="{5DE3988C-1F83-4C27-BD42-38CBC20CEFDA}" dt="2026-01-21T07:23:03.187" v="1605" actId="20577"/>
        <pc:sldMkLst>
          <pc:docMk/>
          <pc:sldMk cId="1315298143" sldId="1895"/>
        </pc:sldMkLst>
        <pc:spChg chg="del">
          <ac:chgData name="병선 박" userId="374bbc00b8f711d5" providerId="LiveId" clId="{5DE3988C-1F83-4C27-BD42-38CBC20CEFDA}" dt="2026-01-21T07:16:37.277" v="1295" actId="478"/>
          <ac:spMkLst>
            <pc:docMk/>
            <pc:sldMk cId="1315298143" sldId="1895"/>
            <ac:spMk id="2" creationId="{2DF3EB15-F729-1628-41EF-2389375F7647}"/>
          </ac:spMkLst>
        </pc:spChg>
        <pc:spChg chg="del">
          <ac:chgData name="병선 박" userId="374bbc00b8f711d5" providerId="LiveId" clId="{5DE3988C-1F83-4C27-BD42-38CBC20CEFDA}" dt="2026-01-21T07:16:36.402" v="1294" actId="478"/>
          <ac:spMkLst>
            <pc:docMk/>
            <pc:sldMk cId="1315298143" sldId="1895"/>
            <ac:spMk id="3" creationId="{DECD10FF-284C-E965-D2FA-E809A738293F}"/>
          </ac:spMkLst>
        </pc:spChg>
        <pc:spChg chg="add mod">
          <ac:chgData name="병선 박" userId="374bbc00b8f711d5" providerId="LiveId" clId="{5DE3988C-1F83-4C27-BD42-38CBC20CEFDA}" dt="2026-01-21T07:16:49.219" v="1306" actId="20577"/>
          <ac:spMkLst>
            <pc:docMk/>
            <pc:sldMk cId="1315298143" sldId="1895"/>
            <ac:spMk id="4" creationId="{BFFCEC4A-568E-052A-CBA4-E1969FF0AAE2}"/>
          </ac:spMkLst>
        </pc:spChg>
        <pc:spChg chg="add mod">
          <ac:chgData name="병선 박" userId="374bbc00b8f711d5" providerId="LiveId" clId="{5DE3988C-1F83-4C27-BD42-38CBC20CEFDA}" dt="2026-01-21T07:17:01.791" v="1308" actId="1076"/>
          <ac:spMkLst>
            <pc:docMk/>
            <pc:sldMk cId="1315298143" sldId="1895"/>
            <ac:spMk id="5" creationId="{D01D5D65-ED16-096F-9BD8-1CE19659EFD0}"/>
          </ac:spMkLst>
        </pc:spChg>
        <pc:graphicFrameChg chg="add mod modGraphic">
          <ac:chgData name="병선 박" userId="374bbc00b8f711d5" providerId="LiveId" clId="{5DE3988C-1F83-4C27-BD42-38CBC20CEFDA}" dt="2026-01-21T07:23:03.187" v="1605" actId="20577"/>
          <ac:graphicFrameMkLst>
            <pc:docMk/>
            <pc:sldMk cId="1315298143" sldId="1895"/>
            <ac:graphicFrameMk id="6" creationId="{8A718417-CC52-E417-76FB-E33C3A1C61B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6733C1-7EAF-49B7-BED7-FCA2FA782E2B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C7EBA9-F33A-4DCE-9549-2F8A1D57BF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354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17F2FE-72B8-43BE-9537-AA199E946E9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2522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17F2FE-72B8-43BE-9537-AA199E946E9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6612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17F2FE-72B8-43BE-9537-AA199E946E9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985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5EC7B6-456F-82A4-79A7-4C5CE8877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446FBC-BC3A-E162-6B69-7DB6639DB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0B1D52-913E-81CB-777B-AB6E9F98E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6AD4-8D76-42B0-9482-980F28AEDD73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C2CEEC-AD02-C852-D906-91DA753F3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66A5E9-C88F-1588-5F55-97CB19D6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43F0-EEC5-43EE-8028-384EB3879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998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93DAF2-0832-14C0-8F4A-DE5E00D80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764B94-A1EC-0775-D3CF-BABC67A16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D09018-9C30-10F8-0A1A-849D19D3A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6AD4-8D76-42B0-9482-980F28AEDD73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FDE7B9-5A7D-2951-9008-E14E35CCD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752B30-A919-2C00-AAB9-D87E4DF8F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43F0-EEC5-43EE-8028-384EB3879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060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C604CA-BD2F-4234-9B7D-504B5977D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891976-CC93-17BF-EAE8-3332E5C26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C40AEE-71B9-3546-B365-7EC73557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6AD4-8D76-42B0-9482-980F28AEDD73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66D7E5-20E6-B402-C2D1-45F8CE0EA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C8CA65-8202-65CD-B23C-CFBF5F97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43F0-EEC5-43EE-8028-384EB3879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70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19689-A3C1-EC64-3C35-CBEF28E2B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81642A-EC4A-1D82-31D2-842B20CF24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E839AA-C576-D2EC-8876-CF2F024FF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35DA46-0CFC-8553-627D-53DA0BCB1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6AD4-8D76-42B0-9482-980F28AEDD73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DEB461-3624-B44B-FA79-F1EF606D6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555030-2BE4-51FB-5978-E27D3C5F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43F0-EEC5-43EE-8028-384EB3879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295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FD728-5F4A-2C31-0BFA-C5F4FE266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721503-1E70-6FEE-0FF2-BCE386141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17970E-A171-B01F-9BB6-2C9DDF2A2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C64D60-3ACF-3686-12B4-81753C874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D3E264-E3BA-3278-AC6C-39B57A8F9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D13CC84-EE9E-BD0B-0667-8EE19FF06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6AD4-8D76-42B0-9482-980F28AEDD73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124ECA-2BCD-F558-E194-63E44AAB8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0DC63B-24F6-10B0-B1D9-3E2D64E1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43F0-EEC5-43EE-8028-384EB3879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792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6BD6E-F1EE-3B18-A45A-B2D4A3F03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729AF5-2702-A63A-4EE4-119F757A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6AD4-8D76-42B0-9482-980F28AEDD73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CF2CA2-243F-B780-1DDA-767402432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843AC-5D55-4797-08A6-69509F87C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43F0-EEC5-43EE-8028-384EB3879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235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86ABC1-D884-94A0-FEF8-CAE83C799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6AD4-8D76-42B0-9482-980F28AEDD73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2BF582-2B46-DE2B-F039-03FA6E5BA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EB80C8-B70C-3997-4A15-CF23AFAE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43F0-EEC5-43EE-8028-384EB3879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574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0E445-736D-561E-BC0B-D67F3B69F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99A546-71C9-E147-A812-4E2759F55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C080F4-0D7D-B87C-0B7C-12353EA2C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B98644-A5A5-E3F7-F97B-843D31CF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6AD4-8D76-42B0-9482-980F28AEDD73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B46A2E-2042-57B3-EE00-B9B2DEE54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39BBB0-5D1F-B1C4-23A9-5157DE88A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43F0-EEC5-43EE-8028-384EB3879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03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D7471-9C37-7704-2BFB-6A8E3C1F9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670003A-7D68-3F38-146B-AC8EF9DC2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F69C7A-5CAA-6D4A-17F2-B167AD7C2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6B9F54-5390-CE42-C525-C72A45E2B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6AD4-8D76-42B0-9482-980F28AEDD73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2521D5-539A-5DCD-1E39-10CBA0871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F5ACF0-469A-C13B-84B6-03BBED7BB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43F0-EEC5-43EE-8028-384EB3879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929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403FC9-02DA-C877-A355-EBFF24E5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BDE22D-8054-2042-2146-690EA58B5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6412D3-5875-A937-7020-114F5DD0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6AD4-8D76-42B0-9482-980F28AEDD73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1B05B6-34CF-2752-DC24-FD927053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FB9CF5-44F7-F592-F810-20C55B2A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43F0-EEC5-43EE-8028-384EB3879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653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237F43C-FE49-2489-5D5A-B51943F7D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4CA6D6-5A0D-4D8C-CBEC-27A983F35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058229-5C49-02CB-1F03-203CB0C6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6AD4-8D76-42B0-9482-980F28AEDD73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A4BC32-521C-1200-20D8-3E564567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023651-8164-F56B-269F-129B8CCB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43F0-EEC5-43EE-8028-384EB3879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587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5A768-DE76-61E4-DE2C-2E415B738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49FF07-7BDA-5296-1EF2-3BDA043B5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A38815-CAEA-7DD1-E4B1-67A27E708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DBF12-A25B-4C6F-91B2-8B4C18D646FD}" type="datetimeFigureOut">
              <a:rPr lang="ko-KR" altLang="en-US" smtClean="0"/>
              <a:t>2026-01-21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C1978D-A335-42C0-874E-FD298C339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BEFEB9-9EAE-B3F2-04B9-DB937AA7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2CE-C7F3-4B48-A6F5-5B1CD2B6717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1753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DA283-C5AA-E5C0-08E9-D727695A2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577301-2CD1-D3EC-6C35-864940F31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BADAF5-A5D6-32B3-1DE5-687F3464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DBF12-A25B-4C6F-91B2-8B4C18D646FD}" type="datetimeFigureOut">
              <a:rPr lang="ko-KR" altLang="en-US" smtClean="0"/>
              <a:t>2026-01-21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8321B7-3703-62B9-D87B-A2AE762AA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30DF45-65F6-13C4-2007-5688E4735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2CE-C7F3-4B48-A6F5-5B1CD2B6717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3510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BAAE1D-FA46-D824-7A96-B7F48ABD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092EAC-3BDF-2926-B8AB-7F57BDA76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FA9261-D440-6265-35B6-36E45F055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DBF12-A25B-4C6F-91B2-8B4C18D646FD}" type="datetimeFigureOut">
              <a:rPr lang="ko-KR" altLang="en-US" smtClean="0"/>
              <a:t>2026-01-21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F06E3D-284E-15B3-5855-32AC24DB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69EDBE-5FAA-CFBB-E240-FD238E12A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2CE-C7F3-4B48-A6F5-5B1CD2B6717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327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6F8602-BA6C-1BF8-0F9C-731F906BD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D4F4B1-28B3-0337-3D55-C7E350C211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DCC00B-C6C2-D9FE-9094-8E2E794FF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2FA87D-6D36-DB31-B984-C9B5EA381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DBF12-A25B-4C6F-91B2-8B4C18D646FD}" type="datetimeFigureOut">
              <a:rPr lang="ko-KR" altLang="en-US" smtClean="0"/>
              <a:t>2026-01-21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1B01FE-7A1B-E0A1-92E0-54C6B0A8F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C28337-FA39-4F04-1CA7-1644B834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2CE-C7F3-4B48-A6F5-5B1CD2B6717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46279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723B0-9AD0-B454-016E-66CC103FB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F04384-D716-98A4-D71B-17D49590B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24EB46-D7F4-C4A1-1227-E423E4425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65BFBE-F9F2-5FAD-49B1-35C415E6D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51098B8-0896-3663-3EB4-41FF66887A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639C930-B645-5D50-F5E3-7CB555AC1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DBF12-A25B-4C6F-91B2-8B4C18D646FD}" type="datetimeFigureOut">
              <a:rPr lang="ko-KR" altLang="en-US" smtClean="0"/>
              <a:t>2026-01-21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D38247-3ACE-3873-235C-D3537EF10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5E5C2C-789F-7C4E-95E0-B320B4E7D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2CE-C7F3-4B48-A6F5-5B1CD2B6717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0666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C45F7D-ECE2-853E-1FC5-A9FAA52FE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EAF4E0-C724-8D09-90A3-B62E933F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DBF12-A25B-4C6F-91B2-8B4C18D646FD}" type="datetimeFigureOut">
              <a:rPr lang="ko-KR" altLang="en-US" smtClean="0"/>
              <a:t>2026-01-21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EA3A516-E5AD-5733-0CA5-D0459EAE0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3145F3-3EED-47DE-E36E-83FA5144D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2CE-C7F3-4B48-A6F5-5B1CD2B6717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2482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4C8D71-6DC9-0EF4-9C39-71346A562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DBF12-A25B-4C6F-91B2-8B4C18D646FD}" type="datetimeFigureOut">
              <a:rPr lang="ko-KR" altLang="en-US" smtClean="0"/>
              <a:t>2026-01-21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314DDC4-70FD-8461-74C4-6AE0109BC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7FEB9A-C868-C7B1-79A9-CB90E6A8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2CE-C7F3-4B48-A6F5-5B1CD2B6717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24894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89FB3-80FE-8D70-FE4C-097F8F6A8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A17C55-EDB1-F6A4-CF2E-C8E578DC3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419C2B-A789-169C-5E85-7A78CB3F7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6C0FFB-32CB-BD2B-7D98-DDE25C1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DBF12-A25B-4C6F-91B2-8B4C18D646FD}" type="datetimeFigureOut">
              <a:rPr lang="ko-KR" altLang="en-US" smtClean="0"/>
              <a:t>2026-01-21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4DCCD7-84C5-46DD-B074-240A69075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A01F53-453D-C3C8-4148-4E3AF3874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2CE-C7F3-4B48-A6F5-5B1CD2B6717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21666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1BD52-3415-76F5-5BC7-CA155D6A9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2866AA7-D424-AFDA-F31D-9961F00747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8AB282-BEA9-FAF6-345E-3877E4A6C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E6B0AF-DF21-8E74-E7C1-230935CA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DBF12-A25B-4C6F-91B2-8B4C18D646FD}" type="datetimeFigureOut">
              <a:rPr lang="ko-KR" altLang="en-US" smtClean="0"/>
              <a:t>2026-01-21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53E57D-8158-6884-FBEF-312F35473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A57719-B6F5-93FF-5372-67A68595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2CE-C7F3-4B48-A6F5-5B1CD2B6717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13286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47026-3E45-7680-1930-E948BB72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6C1903-500D-E653-E22F-9CD81ACCF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B46B7F-3E3A-6574-EC7C-8F135821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DBF12-A25B-4C6F-91B2-8B4C18D646FD}" type="datetimeFigureOut">
              <a:rPr lang="ko-KR" altLang="en-US" smtClean="0"/>
              <a:t>2026-01-21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CE023D-9E95-D733-889E-F953893E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D4E426-0F5F-5362-D623-E78F997BB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2CE-C7F3-4B48-A6F5-5B1CD2B6717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165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2CF9111-8C44-D742-41A9-B4C4E0BA3A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8152A4-0821-D737-D83F-C28700D81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786F2-614F-8F20-826E-B71CF101B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DBF12-A25B-4C6F-91B2-8B4C18D646FD}" type="datetimeFigureOut">
              <a:rPr lang="ko-KR" altLang="en-US" smtClean="0"/>
              <a:t>2026-01-21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0DE3A4-ED7B-F92E-3B31-6A0580B38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4DED65-31C2-3B31-5585-4FC23D506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2CE-C7F3-4B48-A6F5-5B1CD2B6717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6802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7A4565-4CF7-0A0D-FDD7-4064748B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0F28B1-07BD-93D8-8B1E-CBBA908F4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E8F71-1E4F-906F-C127-B5B339A8A8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26AD4-8D76-42B0-9482-980F28AEDD73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241EFF-35C5-BCAF-D2C2-2C2E9F70D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2D1AE3-0F54-8895-F577-D69E53D1C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843F0-EEC5-43EE-8028-384EB3879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825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BD0BB1B-5BD0-70F3-8A28-5F5C58521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7A07D0-C990-A4C7-0B20-C5C1206EE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B66F29-3B57-5ECD-BFC4-5FCBDFD670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DBF12-A25B-4C6F-91B2-8B4C18D646FD}" type="datetimeFigureOut">
              <a:rPr lang="ko-KR" altLang="en-US" smtClean="0"/>
              <a:t>2026-01-21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B3DE47-0F13-6382-BBDD-3E7F90353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CA58CD-8504-9E71-19B3-40321ECBB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632CE-C7F3-4B48-A6F5-5B1CD2B6717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573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.svg"/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12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7.sv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27.svg"/><Relationship Id="rId3" Type="http://schemas.openxmlformats.org/officeDocument/2006/relationships/image" Target="../media/image7.svg"/><Relationship Id="rId7" Type="http://schemas.openxmlformats.org/officeDocument/2006/relationships/image" Target="../media/image19.svg"/><Relationship Id="rId12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11" Type="http://schemas.openxmlformats.org/officeDocument/2006/relationships/image" Target="../media/image25.svg"/><Relationship Id="rId5" Type="http://schemas.openxmlformats.org/officeDocument/2006/relationships/image" Target="../media/image23.svg"/><Relationship Id="rId10" Type="http://schemas.openxmlformats.org/officeDocument/2006/relationships/image" Target="../media/image24.png"/><Relationship Id="rId4" Type="http://schemas.openxmlformats.org/officeDocument/2006/relationships/image" Target="../media/image22.png"/><Relationship Id="rId9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svg"/><Relationship Id="rId7" Type="http://schemas.openxmlformats.org/officeDocument/2006/relationships/image" Target="../media/image1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29.jpg"/><Relationship Id="rId4" Type="http://schemas.openxmlformats.org/officeDocument/2006/relationships/image" Target="../media/image28.jpg"/><Relationship Id="rId9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2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7.svg"/><Relationship Id="rId21" Type="http://schemas.openxmlformats.org/officeDocument/2006/relationships/image" Target="../media/image35.jpg"/><Relationship Id="rId7" Type="http://schemas.openxmlformats.org/officeDocument/2006/relationships/image" Target="../media/image15.svg"/><Relationship Id="rId12" Type="http://schemas.openxmlformats.org/officeDocument/2006/relationships/image" Target="../media/image26.png"/><Relationship Id="rId17" Type="http://schemas.openxmlformats.org/officeDocument/2006/relationships/image" Target="../media/image25.svg"/><Relationship Id="rId2" Type="http://schemas.openxmlformats.org/officeDocument/2006/relationships/image" Target="../media/image6.png"/><Relationship Id="rId16" Type="http://schemas.openxmlformats.org/officeDocument/2006/relationships/image" Target="../media/image24.png"/><Relationship Id="rId20" Type="http://schemas.openxmlformats.org/officeDocument/2006/relationships/image" Target="../media/image34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11" Type="http://schemas.openxmlformats.org/officeDocument/2006/relationships/image" Target="../media/image31.svg"/><Relationship Id="rId5" Type="http://schemas.openxmlformats.org/officeDocument/2006/relationships/image" Target="../media/image9.svg"/><Relationship Id="rId15" Type="http://schemas.openxmlformats.org/officeDocument/2006/relationships/image" Target="../media/image3.svg"/><Relationship Id="rId23" Type="http://schemas.openxmlformats.org/officeDocument/2006/relationships/image" Target="../media/image37.jpeg"/><Relationship Id="rId10" Type="http://schemas.openxmlformats.org/officeDocument/2006/relationships/image" Target="../media/image30.png"/><Relationship Id="rId19" Type="http://schemas.openxmlformats.org/officeDocument/2006/relationships/image" Target="../media/image33.svg"/><Relationship Id="rId4" Type="http://schemas.openxmlformats.org/officeDocument/2006/relationships/image" Target="../media/image8.png"/><Relationship Id="rId9" Type="http://schemas.openxmlformats.org/officeDocument/2006/relationships/image" Target="../media/image19.svg"/><Relationship Id="rId14" Type="http://schemas.openxmlformats.org/officeDocument/2006/relationships/image" Target="../media/image2.png"/><Relationship Id="rId22" Type="http://schemas.openxmlformats.org/officeDocument/2006/relationships/image" Target="../media/image36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5.svg"/><Relationship Id="rId4" Type="http://schemas.openxmlformats.org/officeDocument/2006/relationships/image" Target="../media/image7.sv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4.png"/><Relationship Id="rId18" Type="http://schemas.openxmlformats.org/officeDocument/2006/relationships/image" Target="../media/image25.svg"/><Relationship Id="rId3" Type="http://schemas.openxmlformats.org/officeDocument/2006/relationships/image" Target="../media/image7.svg"/><Relationship Id="rId21" Type="http://schemas.openxmlformats.org/officeDocument/2006/relationships/image" Target="../media/image19.svg"/><Relationship Id="rId7" Type="http://schemas.openxmlformats.org/officeDocument/2006/relationships/image" Target="../media/image14.png"/><Relationship Id="rId12" Type="http://schemas.openxmlformats.org/officeDocument/2006/relationships/image" Target="../media/image27.svg"/><Relationship Id="rId17" Type="http://schemas.openxmlformats.org/officeDocument/2006/relationships/image" Target="../media/image24.png"/><Relationship Id="rId2" Type="http://schemas.openxmlformats.org/officeDocument/2006/relationships/image" Target="../media/image6.png"/><Relationship Id="rId16" Type="http://schemas.openxmlformats.org/officeDocument/2006/relationships/image" Target="../media/image3.sv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svg"/><Relationship Id="rId11" Type="http://schemas.openxmlformats.org/officeDocument/2006/relationships/image" Target="../media/image26.png"/><Relationship Id="rId5" Type="http://schemas.openxmlformats.org/officeDocument/2006/relationships/image" Target="../media/image9.svg"/><Relationship Id="rId15" Type="http://schemas.openxmlformats.org/officeDocument/2006/relationships/image" Target="../media/image2.png"/><Relationship Id="rId10" Type="http://schemas.openxmlformats.org/officeDocument/2006/relationships/image" Target="../media/image31.svg"/><Relationship Id="rId19" Type="http://schemas.openxmlformats.org/officeDocument/2006/relationships/image" Target="../media/image39.png"/><Relationship Id="rId4" Type="http://schemas.openxmlformats.org/officeDocument/2006/relationships/image" Target="../media/image8.png"/><Relationship Id="rId9" Type="http://schemas.openxmlformats.org/officeDocument/2006/relationships/image" Target="../media/image30.png"/><Relationship Id="rId1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7.svg"/><Relationship Id="rId18" Type="http://schemas.openxmlformats.org/officeDocument/2006/relationships/image" Target="../media/image40.jpg"/><Relationship Id="rId3" Type="http://schemas.openxmlformats.org/officeDocument/2006/relationships/image" Target="../media/image7.svg"/><Relationship Id="rId7" Type="http://schemas.openxmlformats.org/officeDocument/2006/relationships/image" Target="../media/image15.svg"/><Relationship Id="rId12" Type="http://schemas.openxmlformats.org/officeDocument/2006/relationships/image" Target="../media/image26.png"/><Relationship Id="rId17" Type="http://schemas.openxmlformats.org/officeDocument/2006/relationships/image" Target="../media/image25.svg"/><Relationship Id="rId2" Type="http://schemas.openxmlformats.org/officeDocument/2006/relationships/image" Target="../media/image6.png"/><Relationship Id="rId16" Type="http://schemas.openxmlformats.org/officeDocument/2006/relationships/image" Target="../media/image24.png"/><Relationship Id="rId20" Type="http://schemas.openxmlformats.org/officeDocument/2006/relationships/image" Target="../media/image42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11" Type="http://schemas.openxmlformats.org/officeDocument/2006/relationships/image" Target="../media/image31.svg"/><Relationship Id="rId5" Type="http://schemas.openxmlformats.org/officeDocument/2006/relationships/image" Target="../media/image9.svg"/><Relationship Id="rId15" Type="http://schemas.openxmlformats.org/officeDocument/2006/relationships/image" Target="../media/image3.svg"/><Relationship Id="rId10" Type="http://schemas.openxmlformats.org/officeDocument/2006/relationships/image" Target="../media/image30.png"/><Relationship Id="rId19" Type="http://schemas.openxmlformats.org/officeDocument/2006/relationships/image" Target="../media/image41.png"/><Relationship Id="rId4" Type="http://schemas.openxmlformats.org/officeDocument/2006/relationships/image" Target="../media/image8.png"/><Relationship Id="rId9" Type="http://schemas.openxmlformats.org/officeDocument/2006/relationships/image" Target="../media/image19.svg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폰트, 텍스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D8815A-EC1A-4F26-EE41-C729198DF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93" b="24923"/>
          <a:stretch>
            <a:fillRect/>
          </a:stretch>
        </p:blipFill>
        <p:spPr>
          <a:xfrm>
            <a:off x="4200433" y="3346362"/>
            <a:ext cx="3605601" cy="18219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F5A312-E6F9-F67C-A94E-1934D95E2775}"/>
              </a:ext>
            </a:extLst>
          </p:cNvPr>
          <p:cNvSpPr txBox="1"/>
          <p:nvPr/>
        </p:nvSpPr>
        <p:spPr>
          <a:xfrm>
            <a:off x="2358886" y="1984584"/>
            <a:ext cx="7474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/>
              <a:t>영업용 데모 </a:t>
            </a:r>
            <a:r>
              <a:rPr lang="en-US" altLang="ko-KR" sz="2400" dirty="0"/>
              <a:t>MVP </a:t>
            </a:r>
            <a:r>
              <a:rPr lang="ko-KR" altLang="en-US" sz="2400" dirty="0"/>
              <a:t>버전</a:t>
            </a:r>
            <a:r>
              <a:rPr lang="en-US" altLang="ko-KR" sz="2400" dirty="0"/>
              <a:t> </a:t>
            </a:r>
            <a:r>
              <a:rPr lang="ko-KR" altLang="en-US" sz="2400" dirty="0"/>
              <a:t>제작 의뢰서</a:t>
            </a:r>
          </a:p>
        </p:txBody>
      </p:sp>
    </p:spTree>
    <p:extLst>
      <p:ext uri="{BB962C8B-B14F-4D97-AF65-F5344CB8AC3E}">
        <p14:creationId xmlns:p14="http://schemas.microsoft.com/office/powerpoint/2010/main" val="854161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3D32E6-E8E2-06A1-9DD0-E44A5B4D9918}"/>
              </a:ext>
            </a:extLst>
          </p:cNvPr>
          <p:cNvSpPr txBox="1"/>
          <p:nvPr/>
        </p:nvSpPr>
        <p:spPr>
          <a:xfrm>
            <a:off x="2557665" y="664544"/>
            <a:ext cx="7474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목적 </a:t>
            </a:r>
            <a:r>
              <a:rPr lang="en-US" altLang="ko-KR" sz="2400" dirty="0"/>
              <a:t>: </a:t>
            </a:r>
            <a:r>
              <a:rPr lang="ko-KR" altLang="en-US" sz="2400" dirty="0"/>
              <a:t>잠재</a:t>
            </a:r>
            <a:r>
              <a:rPr lang="en-US" altLang="ko-KR" sz="2400" dirty="0"/>
              <a:t> </a:t>
            </a:r>
            <a:r>
              <a:rPr lang="ko-KR" altLang="en-US" sz="2400" dirty="0"/>
              <a:t>고객 수요조사를 위한 방문 미팅 시 활용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808F5-FC77-FA4E-16DB-1F0C20C08E74}"/>
              </a:ext>
            </a:extLst>
          </p:cNvPr>
          <p:cNvSpPr txBox="1"/>
          <p:nvPr/>
        </p:nvSpPr>
        <p:spPr>
          <a:xfrm>
            <a:off x="2557666" y="1527070"/>
            <a:ext cx="7474227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/>
              <a:t>목표 </a:t>
            </a:r>
            <a:r>
              <a:rPr lang="en-US" altLang="ko-KR" sz="2400" dirty="0"/>
              <a:t>: </a:t>
            </a:r>
            <a:r>
              <a:rPr lang="ko-KR" altLang="en-US" sz="2400" dirty="0"/>
              <a:t>고객에게 조사비용</a:t>
            </a:r>
            <a:r>
              <a:rPr lang="en-US" altLang="ko-KR" sz="2400" dirty="0"/>
              <a:t>, </a:t>
            </a:r>
            <a:r>
              <a:rPr lang="ko-KR" altLang="en-US" sz="2400" dirty="0"/>
              <a:t>예방비용</a:t>
            </a:r>
            <a:r>
              <a:rPr lang="en-US" altLang="ko-KR" sz="2400" dirty="0"/>
              <a:t>, </a:t>
            </a:r>
            <a:r>
              <a:rPr lang="ko-KR" altLang="en-US" sz="2400" dirty="0"/>
              <a:t>실패비용이 </a:t>
            </a:r>
            <a:endParaRPr lang="en-US" altLang="ko-KR" sz="2400" dirty="0"/>
          </a:p>
          <a:p>
            <a:pPr algn="ctr">
              <a:lnSpc>
                <a:spcPct val="150000"/>
              </a:lnSpc>
            </a:pPr>
            <a:r>
              <a:rPr lang="ko-KR" altLang="en-US" sz="2400" dirty="0"/>
              <a:t>실제 감소 된다는 효과 전달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6EFE4-0383-94F2-BCCE-E623EE7DCD40}"/>
              </a:ext>
            </a:extLst>
          </p:cNvPr>
          <p:cNvSpPr txBox="1"/>
          <p:nvPr/>
        </p:nvSpPr>
        <p:spPr>
          <a:xfrm>
            <a:off x="2358882" y="3287726"/>
            <a:ext cx="74742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MVP : Action </a:t>
            </a:r>
            <a:r>
              <a:rPr lang="ko-KR" altLang="en-US" sz="2000" dirty="0"/>
              <a:t>기능 웹버전 개발 영역 </a:t>
            </a:r>
            <a:r>
              <a:rPr lang="en-US" altLang="ko-KR" sz="2000" dirty="0"/>
              <a:t> </a:t>
            </a:r>
            <a:endParaRPr lang="ko-KR" altLang="en-US" sz="20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DD65584-6DB9-C3F8-07E7-EFA27A833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51575"/>
              </p:ext>
            </p:extLst>
          </p:nvPr>
        </p:nvGraphicFramePr>
        <p:xfrm>
          <a:off x="493643" y="3914256"/>
          <a:ext cx="11204710" cy="26323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4759">
                  <a:extLst>
                    <a:ext uri="{9D8B030D-6E8A-4147-A177-3AD203B41FA5}">
                      <a16:colId xmlns:a16="http://schemas.microsoft.com/office/drawing/2014/main" val="3633512867"/>
                    </a:ext>
                  </a:extLst>
                </a:gridCol>
                <a:gridCol w="1791693">
                  <a:extLst>
                    <a:ext uri="{9D8B030D-6E8A-4147-A177-3AD203B41FA5}">
                      <a16:colId xmlns:a16="http://schemas.microsoft.com/office/drawing/2014/main" val="675465600"/>
                    </a:ext>
                  </a:extLst>
                </a:gridCol>
                <a:gridCol w="1987827">
                  <a:extLst>
                    <a:ext uri="{9D8B030D-6E8A-4147-A177-3AD203B41FA5}">
                      <a16:colId xmlns:a16="http://schemas.microsoft.com/office/drawing/2014/main" val="1555357472"/>
                    </a:ext>
                  </a:extLst>
                </a:gridCol>
                <a:gridCol w="2153477">
                  <a:extLst>
                    <a:ext uri="{9D8B030D-6E8A-4147-A177-3AD203B41FA5}">
                      <a16:colId xmlns:a16="http://schemas.microsoft.com/office/drawing/2014/main" val="2117993521"/>
                    </a:ext>
                  </a:extLst>
                </a:gridCol>
                <a:gridCol w="2153477">
                  <a:extLst>
                    <a:ext uri="{9D8B030D-6E8A-4147-A177-3AD203B41FA5}">
                      <a16:colId xmlns:a16="http://schemas.microsoft.com/office/drawing/2014/main" val="1307327984"/>
                    </a:ext>
                  </a:extLst>
                </a:gridCol>
                <a:gridCol w="2153477">
                  <a:extLst>
                    <a:ext uri="{9D8B030D-6E8A-4147-A177-3AD203B41FA5}">
                      <a16:colId xmlns:a16="http://schemas.microsoft.com/office/drawing/2014/main" val="1527145702"/>
                    </a:ext>
                  </a:extLst>
                </a:gridCol>
              </a:tblGrid>
              <a:tr h="513984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핵심기능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Before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After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핵심근거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298616"/>
                  </a:ext>
                </a:extLst>
              </a:tr>
              <a:tr h="5139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조사비용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관리성 인건비 절감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실행근거 검증 대시보드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일일이 직접 방문 검증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대시보드 검증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검증 소요시간 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7425827"/>
                  </a:ext>
                </a:extLst>
              </a:tr>
              <a:tr h="32087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예방비용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반복 교육훈련비 절감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TPO </a:t>
                      </a:r>
                      <a:r>
                        <a:rPr lang="ko-KR" altLang="en-US" sz="1200" dirty="0"/>
                        <a:t>업무수행 기준 설정 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업무 표준화 부재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업무 표준화 수립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동일문제 반복 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837918"/>
                  </a:ext>
                </a:extLst>
              </a:tr>
              <a:tr h="3208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업무지시 보드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287512"/>
                  </a:ext>
                </a:extLst>
              </a:tr>
              <a:tr h="32087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업무수행 보드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569346"/>
                  </a:ext>
                </a:extLst>
              </a:tr>
              <a:tr h="32087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실패비용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동일 오류 처리비 절감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조치계획 보드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구두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문서보고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대시보드 검증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대응속도 향상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617368"/>
                  </a:ext>
                </a:extLst>
              </a:tr>
              <a:tr h="3208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조치검증 보드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112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4765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8E32F85-71B4-1947-1E57-FD6509CF9D95}"/>
              </a:ext>
            </a:extLst>
          </p:cNvPr>
          <p:cNvSpPr txBox="1"/>
          <p:nvPr/>
        </p:nvSpPr>
        <p:spPr>
          <a:xfrm>
            <a:off x="1326000" y="715393"/>
            <a:ext cx="9734530" cy="3619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PDCA</a:t>
            </a:r>
            <a:r>
              <a:rPr kumimoji="0" lang="ko-KR" altLang="en-US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kumimoji="0" lang="en-US" altLang="ko-KR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Cycle </a:t>
            </a:r>
            <a:r>
              <a:rPr kumimoji="0" lang="ko-KR" altLang="en-US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사용자</a:t>
            </a:r>
            <a:r>
              <a:rPr kumimoji="0" lang="en-US" altLang="ko-KR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(*</a:t>
            </a:r>
            <a:r>
              <a:rPr kumimoji="0" lang="ko-KR" altLang="en-US" sz="1800" b="1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업무관리자</a:t>
            </a:r>
            <a:r>
              <a:rPr kumimoji="0" lang="en-US" altLang="ko-KR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kumimoji="0" lang="ko-KR" altLang="en-US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정보 흐름도 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7070FDF-8452-131B-F0A4-60568FF43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229828"/>
              </p:ext>
            </p:extLst>
          </p:nvPr>
        </p:nvGraphicFramePr>
        <p:xfrm>
          <a:off x="1056215" y="3757604"/>
          <a:ext cx="2301630" cy="14869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1630">
                  <a:extLst>
                    <a:ext uri="{9D8B030D-6E8A-4147-A177-3AD203B41FA5}">
                      <a16:colId xmlns:a16="http://schemas.microsoft.com/office/drawing/2014/main" val="97810552"/>
                    </a:ext>
                  </a:extLst>
                </a:gridCol>
              </a:tblGrid>
              <a:tr h="297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업무수행 점검 기준 설정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3169056"/>
                  </a:ext>
                </a:extLst>
              </a:tr>
              <a:tr h="297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사업장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직무 설정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866045"/>
                  </a:ext>
                </a:extLst>
              </a:tr>
              <a:tr h="2973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TPO </a:t>
                      </a:r>
                      <a:r>
                        <a:rPr lang="ko-KR" altLang="en-US" sz="800" dirty="0"/>
                        <a:t>상황 설정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9315706"/>
                  </a:ext>
                </a:extLst>
              </a:tr>
              <a:tr h="297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점검 기준 설정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798604"/>
                  </a:ext>
                </a:extLst>
              </a:tr>
              <a:tr h="297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업무관리요소 매칭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7224439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CD4BF148-91DD-44E6-6DF7-851A3693FBBC}"/>
              </a:ext>
            </a:extLst>
          </p:cNvPr>
          <p:cNvSpPr/>
          <p:nvPr/>
        </p:nvSpPr>
        <p:spPr>
          <a:xfrm>
            <a:off x="1056215" y="3422515"/>
            <a:ext cx="2301630" cy="27571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Plan 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93F0F0-DEF2-8E42-252C-7DE856B84C79}"/>
              </a:ext>
            </a:extLst>
          </p:cNvPr>
          <p:cNvSpPr/>
          <p:nvPr/>
        </p:nvSpPr>
        <p:spPr>
          <a:xfrm>
            <a:off x="4736961" y="2871081"/>
            <a:ext cx="2720644" cy="27571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Do 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B99A4B0-C3BA-3309-56C4-CC91317F0B8C}"/>
              </a:ext>
            </a:extLst>
          </p:cNvPr>
          <p:cNvGraphicFramePr>
            <a:graphicFrameLocks noGrp="1"/>
          </p:cNvGraphicFramePr>
          <p:nvPr/>
        </p:nvGraphicFramePr>
        <p:xfrm>
          <a:off x="4736961" y="3206170"/>
          <a:ext cx="2720644" cy="14869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20644">
                  <a:extLst>
                    <a:ext uri="{9D8B030D-6E8A-4147-A177-3AD203B41FA5}">
                      <a16:colId xmlns:a16="http://schemas.microsoft.com/office/drawing/2014/main" val="97810552"/>
                    </a:ext>
                  </a:extLst>
                </a:gridCol>
              </a:tblGrid>
              <a:tr h="297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업무지시 보드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495345"/>
                  </a:ext>
                </a:extLst>
              </a:tr>
              <a:tr h="297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직무카드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업무 스케쥴 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692776"/>
                  </a:ext>
                </a:extLst>
              </a:tr>
              <a:tr h="297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업무수행 점검 리스트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오늘 수행 할 업무지시 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4574"/>
                  </a:ext>
                </a:extLst>
              </a:tr>
              <a:tr h="297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점검 계획서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업무수행자 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전송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404602"/>
                  </a:ext>
                </a:extLst>
              </a:tr>
              <a:tr h="297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보관함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업무수행 점검 이력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583330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3ECB6D-B28D-A1C8-1BD3-7AD73E95C0DF}"/>
              </a:ext>
            </a:extLst>
          </p:cNvPr>
          <p:cNvSpPr/>
          <p:nvPr/>
        </p:nvSpPr>
        <p:spPr>
          <a:xfrm>
            <a:off x="8758900" y="3291141"/>
            <a:ext cx="2301630" cy="27571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Check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1371908-9994-BD3B-18FC-6025D5921DBB}"/>
              </a:ext>
            </a:extLst>
          </p:cNvPr>
          <p:cNvGraphicFramePr>
            <a:graphicFrameLocks noGrp="1"/>
          </p:cNvGraphicFramePr>
          <p:nvPr/>
        </p:nvGraphicFramePr>
        <p:xfrm>
          <a:off x="8758900" y="3617428"/>
          <a:ext cx="2301630" cy="2015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1630">
                  <a:extLst>
                    <a:ext uri="{9D8B030D-6E8A-4147-A177-3AD203B41FA5}">
                      <a16:colId xmlns:a16="http://schemas.microsoft.com/office/drawing/2014/main" val="97810552"/>
                    </a:ext>
                  </a:extLst>
                </a:gridCol>
              </a:tblGrid>
              <a:tr h="403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업무수행 검증 보드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3169056"/>
                  </a:ext>
                </a:extLst>
              </a:tr>
              <a:tr h="403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이행여부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이행근거 검증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05413"/>
                  </a:ext>
                </a:extLst>
              </a:tr>
              <a:tr h="403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준수여부</a:t>
                      </a:r>
                      <a:r>
                        <a:rPr lang="en-US" altLang="ko-KR" sz="800" dirty="0"/>
                        <a:t>(*</a:t>
                      </a:r>
                      <a:r>
                        <a:rPr lang="ko-KR" altLang="en-US" sz="800" dirty="0"/>
                        <a:t>표준 이미지 有</a:t>
                      </a:r>
                      <a:r>
                        <a:rPr lang="en-US" altLang="ko-KR" sz="800" dirty="0"/>
                        <a:t>)</a:t>
                      </a:r>
                      <a:r>
                        <a:rPr lang="ko-KR" altLang="en-US" sz="800" dirty="0"/>
                        <a:t>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검증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670991"/>
                  </a:ext>
                </a:extLst>
              </a:tr>
              <a:tr h="403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준수여부</a:t>
                      </a:r>
                      <a:r>
                        <a:rPr lang="en-US" altLang="ko-KR" sz="800" dirty="0"/>
                        <a:t>(*</a:t>
                      </a:r>
                      <a:r>
                        <a:rPr lang="ko-KR" altLang="en-US" sz="800" dirty="0"/>
                        <a:t>표준 이미지 無</a:t>
                      </a:r>
                      <a:r>
                        <a:rPr lang="en-US" altLang="ko-KR" sz="800" dirty="0"/>
                        <a:t>) 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수동 검증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5361986"/>
                  </a:ext>
                </a:extLst>
              </a:tr>
              <a:tr h="403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보관함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업무수행 검증 이력 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311563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047D2FFD-7305-5224-193D-8E19F187499D}"/>
              </a:ext>
            </a:extLst>
          </p:cNvPr>
          <p:cNvGraphicFramePr>
            <a:graphicFrameLocks noGrp="1"/>
          </p:cNvGraphicFramePr>
          <p:nvPr/>
        </p:nvGraphicFramePr>
        <p:xfrm>
          <a:off x="4736961" y="4752477"/>
          <a:ext cx="2720644" cy="12091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20644">
                  <a:extLst>
                    <a:ext uri="{9D8B030D-6E8A-4147-A177-3AD203B41FA5}">
                      <a16:colId xmlns:a16="http://schemas.microsoft.com/office/drawing/2014/main" val="97810552"/>
                    </a:ext>
                  </a:extLst>
                </a:gridCol>
              </a:tblGrid>
              <a:tr h="403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조치계획 보드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3169056"/>
                  </a:ext>
                </a:extLst>
              </a:tr>
              <a:tr h="403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미준수 조치계획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문제원인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조치방법 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670991"/>
                  </a:ext>
                </a:extLst>
              </a:tr>
              <a:tr h="403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보관함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미준수 조치계획 이력 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311563"/>
                  </a:ext>
                </a:extLst>
              </a:tr>
            </a:tbl>
          </a:graphicData>
        </a:graphic>
      </p:graphicFrame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F6F3C316-6C26-9584-2673-C1C55D1E47A0}"/>
              </a:ext>
            </a:extLst>
          </p:cNvPr>
          <p:cNvSpPr/>
          <p:nvPr/>
        </p:nvSpPr>
        <p:spPr>
          <a:xfrm rot="5400000">
            <a:off x="3979715" y="4189273"/>
            <a:ext cx="361959" cy="22230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C3FAF589-19B4-A070-27E9-D7D4B4CA9212}"/>
              </a:ext>
            </a:extLst>
          </p:cNvPr>
          <p:cNvSpPr/>
          <p:nvPr/>
        </p:nvSpPr>
        <p:spPr>
          <a:xfrm rot="5400000">
            <a:off x="7927273" y="4202240"/>
            <a:ext cx="361959" cy="22230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8D9985-E674-A7B0-A736-004BAC1308C5}"/>
              </a:ext>
            </a:extLst>
          </p:cNvPr>
          <p:cNvSpPr txBox="1"/>
          <p:nvPr/>
        </p:nvSpPr>
        <p:spPr>
          <a:xfrm>
            <a:off x="3482488" y="1362529"/>
            <a:ext cx="5229590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업무수행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기준 설정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업무지시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이행근거 검증 </a:t>
            </a:r>
            <a:endParaRPr lang="en-US" altLang="ko-KR" sz="12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미준수 조치요구 확인 → 조치계획 수립 → 책임자 전송 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565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9045545-4ADB-B0C5-397B-D92DACE831BF}"/>
              </a:ext>
            </a:extLst>
          </p:cNvPr>
          <p:cNvSpPr/>
          <p:nvPr/>
        </p:nvSpPr>
        <p:spPr>
          <a:xfrm>
            <a:off x="430661" y="1243929"/>
            <a:ext cx="11330677" cy="54606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33FDFA-C113-0714-E4E5-FBB2A704A962}"/>
              </a:ext>
            </a:extLst>
          </p:cNvPr>
          <p:cNvSpPr/>
          <p:nvPr/>
        </p:nvSpPr>
        <p:spPr>
          <a:xfrm>
            <a:off x="911692" y="-400006"/>
            <a:ext cx="10953872" cy="1501451"/>
          </a:xfrm>
          <a:prstGeom prst="rect">
            <a:avLst/>
          </a:prstGeom>
          <a:solidFill>
            <a:schemeClr val="bg1">
              <a:lumMod val="95000"/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935" tIns="35935" rIns="35935" bIns="35935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Plan.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상황별 업무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점검 기준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TPO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설정하면 구성원의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깜박</a:t>
            </a: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착각</a:t>
            </a: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누락</a:t>
            </a: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적당히 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때문에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발생하는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실행력 저하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문제를 해결 할 수 있다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42026DB-8AEA-DD7D-B59A-568839C55BB5}"/>
              </a:ext>
            </a:extLst>
          </p:cNvPr>
          <p:cNvGrpSpPr/>
          <p:nvPr/>
        </p:nvGrpSpPr>
        <p:grpSpPr>
          <a:xfrm>
            <a:off x="1892758" y="1931378"/>
            <a:ext cx="1390389" cy="300624"/>
            <a:chOff x="1496861" y="1584543"/>
            <a:chExt cx="1590806" cy="300624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00B8E3D7-EE20-5C0B-7C2B-0C7133F432AE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" name="그래픽 12" descr="아래쪽 캐럿 윤곽선">
              <a:extLst>
                <a:ext uri="{FF2B5EF4-FFF2-40B4-BE49-F238E27FC236}">
                  <a16:creationId xmlns:a16="http://schemas.microsoft.com/office/drawing/2014/main" id="{789E6714-685B-34A3-71FA-14EAA1A92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0E99CF2-6C2D-52C0-056E-5106B9F3296B}"/>
              </a:ext>
            </a:extLst>
          </p:cNvPr>
          <p:cNvSpPr txBox="1"/>
          <p:nvPr/>
        </p:nvSpPr>
        <p:spPr>
          <a:xfrm>
            <a:off x="1637404" y="1606654"/>
            <a:ext cx="1390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사업장 설정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C768DB-5528-2092-FB99-D2E65DA86B4F}"/>
              </a:ext>
            </a:extLst>
          </p:cNvPr>
          <p:cNvSpPr txBox="1"/>
          <p:nvPr/>
        </p:nvSpPr>
        <p:spPr>
          <a:xfrm>
            <a:off x="1656693" y="1963409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사업장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C04F51F-D667-8FE0-AAD8-1EB766DD94ED}"/>
              </a:ext>
            </a:extLst>
          </p:cNvPr>
          <p:cNvGrpSpPr/>
          <p:nvPr/>
        </p:nvGrpSpPr>
        <p:grpSpPr>
          <a:xfrm>
            <a:off x="1892758" y="2673556"/>
            <a:ext cx="1390389" cy="300624"/>
            <a:chOff x="1496861" y="1584543"/>
            <a:chExt cx="1590806" cy="300624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41926DA6-2CC9-AA44-1BD1-578329EF70CC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8" name="그래픽 17" descr="아래쪽 캐럿 윤곽선">
              <a:extLst>
                <a:ext uri="{FF2B5EF4-FFF2-40B4-BE49-F238E27FC236}">
                  <a16:creationId xmlns:a16="http://schemas.microsoft.com/office/drawing/2014/main" id="{92CAB741-65AB-4A55-630D-977BB881B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27A0C15-7B70-8D36-C27A-0C4634D8A151}"/>
              </a:ext>
            </a:extLst>
          </p:cNvPr>
          <p:cNvSpPr txBox="1"/>
          <p:nvPr/>
        </p:nvSpPr>
        <p:spPr>
          <a:xfrm>
            <a:off x="1531439" y="2386071"/>
            <a:ext cx="1390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팀 설정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51B498-25DC-024D-BBD4-7BF360CF6B21}"/>
              </a:ext>
            </a:extLst>
          </p:cNvPr>
          <p:cNvSpPr txBox="1"/>
          <p:nvPr/>
        </p:nvSpPr>
        <p:spPr>
          <a:xfrm>
            <a:off x="1505314" y="2724441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팀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F59AB38-1CBC-7496-0F20-32B13E518864}"/>
              </a:ext>
            </a:extLst>
          </p:cNvPr>
          <p:cNvGrpSpPr/>
          <p:nvPr/>
        </p:nvGrpSpPr>
        <p:grpSpPr>
          <a:xfrm>
            <a:off x="1892758" y="3465073"/>
            <a:ext cx="1390389" cy="300624"/>
            <a:chOff x="1496861" y="1584543"/>
            <a:chExt cx="1590806" cy="300624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63440A10-3185-456D-F08B-E96DB40F69B9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3" name="그래픽 22" descr="아래쪽 캐럿 윤곽선">
              <a:extLst>
                <a:ext uri="{FF2B5EF4-FFF2-40B4-BE49-F238E27FC236}">
                  <a16:creationId xmlns:a16="http://schemas.microsoft.com/office/drawing/2014/main" id="{AC957AF3-01B7-0296-3DF7-A6824FBE2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E85CF9A-9D02-BD41-8887-A98D168D0C58}"/>
              </a:ext>
            </a:extLst>
          </p:cNvPr>
          <p:cNvSpPr txBox="1"/>
          <p:nvPr/>
        </p:nvSpPr>
        <p:spPr>
          <a:xfrm>
            <a:off x="1588040" y="3165181"/>
            <a:ext cx="1390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직무 설정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7FC9E4-D59C-AE57-3E6E-35758407F966}"/>
              </a:ext>
            </a:extLst>
          </p:cNvPr>
          <p:cNvSpPr txBox="1"/>
          <p:nvPr/>
        </p:nvSpPr>
        <p:spPr>
          <a:xfrm>
            <a:off x="1565782" y="3499098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직무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E3B5BF-6280-FBC8-29CF-5EDB56CACE51}"/>
              </a:ext>
            </a:extLst>
          </p:cNvPr>
          <p:cNvSpPr txBox="1"/>
          <p:nvPr/>
        </p:nvSpPr>
        <p:spPr>
          <a:xfrm>
            <a:off x="2716747" y="1590431"/>
            <a:ext cx="3010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업무수행 상황 설정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A63E4E6-B82C-C994-948E-49F0EA90AF4E}"/>
              </a:ext>
            </a:extLst>
          </p:cNvPr>
          <p:cNvSpPr/>
          <p:nvPr/>
        </p:nvSpPr>
        <p:spPr>
          <a:xfrm>
            <a:off x="3480394" y="1930564"/>
            <a:ext cx="2662825" cy="7722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03A5B2-C129-1DA8-CB2C-3CABD075400F}"/>
              </a:ext>
            </a:extLst>
          </p:cNvPr>
          <p:cNvSpPr txBox="1"/>
          <p:nvPr/>
        </p:nvSpPr>
        <p:spPr>
          <a:xfrm>
            <a:off x="3430290" y="2083209"/>
            <a:ext cx="28100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직무별 반복되는 일상업무 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상황을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TPO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설정해 주세요</a:t>
            </a:r>
          </a:p>
        </p:txBody>
      </p:sp>
      <p:sp>
        <p:nvSpPr>
          <p:cNvPr id="29" name="순서도: 수행의 시작/종료 28">
            <a:extLst>
              <a:ext uri="{FF2B5EF4-FFF2-40B4-BE49-F238E27FC236}">
                <a16:creationId xmlns:a16="http://schemas.microsoft.com/office/drawing/2014/main" id="{7950898A-5C38-321C-FDD7-85E7536A350F}"/>
              </a:ext>
            </a:extLst>
          </p:cNvPr>
          <p:cNvSpPr/>
          <p:nvPr/>
        </p:nvSpPr>
        <p:spPr>
          <a:xfrm>
            <a:off x="5176598" y="1599240"/>
            <a:ext cx="914400" cy="267952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상황추가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B4230F4-1D6D-299C-26AF-9B65B490B6E9}"/>
              </a:ext>
            </a:extLst>
          </p:cNvPr>
          <p:cNvSpPr/>
          <p:nvPr/>
        </p:nvSpPr>
        <p:spPr>
          <a:xfrm>
            <a:off x="3967864" y="2668831"/>
            <a:ext cx="2420764" cy="5214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FE94CB7-0CAE-C022-0CA7-D6CA3D668D96}"/>
              </a:ext>
            </a:extLst>
          </p:cNvPr>
          <p:cNvGrpSpPr/>
          <p:nvPr/>
        </p:nvGrpSpPr>
        <p:grpSpPr>
          <a:xfrm>
            <a:off x="4039344" y="2817745"/>
            <a:ext cx="621159" cy="261610"/>
            <a:chOff x="2996642" y="3429000"/>
            <a:chExt cx="801299" cy="261610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6EDD26E2-242D-E9BD-02C0-970F49B5CBEA}"/>
                </a:ext>
              </a:extLst>
            </p:cNvPr>
            <p:cNvSpPr/>
            <p:nvPr/>
          </p:nvSpPr>
          <p:spPr>
            <a:xfrm>
              <a:off x="2996642" y="3429000"/>
              <a:ext cx="801299" cy="26161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6" name="그래픽 35" descr="아래쪽 캐럿 윤곽선">
              <a:extLst>
                <a:ext uri="{FF2B5EF4-FFF2-40B4-BE49-F238E27FC236}">
                  <a16:creationId xmlns:a16="http://schemas.microsoft.com/office/drawing/2014/main" id="{F3CDC371-D88E-3963-ABB1-5CB19D923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1309" y="3443218"/>
              <a:ext cx="140384" cy="242534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4550E48-675D-101D-0147-BB495585F351}"/>
              </a:ext>
            </a:extLst>
          </p:cNvPr>
          <p:cNvGrpSpPr/>
          <p:nvPr/>
        </p:nvGrpSpPr>
        <p:grpSpPr>
          <a:xfrm>
            <a:off x="4862696" y="2811187"/>
            <a:ext cx="621159" cy="261610"/>
            <a:chOff x="2996642" y="3429000"/>
            <a:chExt cx="801299" cy="26161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5999E1C2-ED3D-CE57-B564-C63C58C15779}"/>
                </a:ext>
              </a:extLst>
            </p:cNvPr>
            <p:cNvSpPr/>
            <p:nvPr/>
          </p:nvSpPr>
          <p:spPr>
            <a:xfrm>
              <a:off x="2996642" y="3429000"/>
              <a:ext cx="801299" cy="26161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2" name="그래픽 41" descr="아래쪽 캐럿 윤곽선">
              <a:extLst>
                <a:ext uri="{FF2B5EF4-FFF2-40B4-BE49-F238E27FC236}">
                  <a16:creationId xmlns:a16="http://schemas.microsoft.com/office/drawing/2014/main" id="{7BC0C212-F2E7-A933-5DF9-393D04253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1309" y="3443218"/>
              <a:ext cx="140384" cy="242534"/>
            </a:xfrm>
            <a:prstGeom prst="rect">
              <a:avLst/>
            </a:prstGeom>
          </p:spPr>
        </p:pic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9B3779C-EE45-D852-49E4-64CA82518729}"/>
              </a:ext>
            </a:extLst>
          </p:cNvPr>
          <p:cNvGrpSpPr/>
          <p:nvPr/>
        </p:nvGrpSpPr>
        <p:grpSpPr>
          <a:xfrm>
            <a:off x="5686048" y="2804629"/>
            <a:ext cx="621159" cy="261610"/>
            <a:chOff x="2996642" y="3429000"/>
            <a:chExt cx="801299" cy="261610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9717C2C5-050D-5038-55C0-A93BA3BEB362}"/>
                </a:ext>
              </a:extLst>
            </p:cNvPr>
            <p:cNvSpPr/>
            <p:nvPr/>
          </p:nvSpPr>
          <p:spPr>
            <a:xfrm>
              <a:off x="2996642" y="3429000"/>
              <a:ext cx="801299" cy="26161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5" name="그래픽 44" descr="아래쪽 캐럿 윤곽선">
              <a:extLst>
                <a:ext uri="{FF2B5EF4-FFF2-40B4-BE49-F238E27FC236}">
                  <a16:creationId xmlns:a16="http://schemas.microsoft.com/office/drawing/2014/main" id="{C45A1C27-6224-5F10-3EC7-59DD30249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1309" y="3443218"/>
              <a:ext cx="140384" cy="242534"/>
            </a:xfrm>
            <a:prstGeom prst="rect">
              <a:avLst/>
            </a:prstGeom>
          </p:spPr>
        </p:pic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BCF0F48C-27DA-280C-B520-D37DB5F3DAF0}"/>
              </a:ext>
            </a:extLst>
          </p:cNvPr>
          <p:cNvSpPr txBox="1"/>
          <p:nvPr/>
        </p:nvSpPr>
        <p:spPr>
          <a:xfrm>
            <a:off x="3760402" y="2831555"/>
            <a:ext cx="11139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Time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106DD7-CDA2-DF37-EF9D-FAB3B6855A2B}"/>
              </a:ext>
            </a:extLst>
          </p:cNvPr>
          <p:cNvSpPr txBox="1"/>
          <p:nvPr/>
        </p:nvSpPr>
        <p:spPr>
          <a:xfrm>
            <a:off x="4562488" y="2828830"/>
            <a:ext cx="11139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Place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C0F25A-AD0A-3B03-92CA-D3C86BD57CBD}"/>
              </a:ext>
            </a:extLst>
          </p:cNvPr>
          <p:cNvSpPr txBox="1"/>
          <p:nvPr/>
        </p:nvSpPr>
        <p:spPr>
          <a:xfrm>
            <a:off x="5377100" y="2826105"/>
            <a:ext cx="11139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Occasion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5EAE08-7E82-36A8-831B-BEB230A576E7}"/>
              </a:ext>
            </a:extLst>
          </p:cNvPr>
          <p:cNvSpPr txBox="1"/>
          <p:nvPr/>
        </p:nvSpPr>
        <p:spPr>
          <a:xfrm>
            <a:off x="5507632" y="1586768"/>
            <a:ext cx="3010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점검 기준 설정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6C25D4A2-0408-0F4F-146A-B99A9859FB0B}"/>
              </a:ext>
            </a:extLst>
          </p:cNvPr>
          <p:cNvSpPr/>
          <p:nvPr/>
        </p:nvSpPr>
        <p:spPr>
          <a:xfrm>
            <a:off x="6403432" y="1929045"/>
            <a:ext cx="2662825" cy="7722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0D35EF4-ECDF-AC08-C901-A8FB66F12626}"/>
              </a:ext>
            </a:extLst>
          </p:cNvPr>
          <p:cNvSpPr txBox="1"/>
          <p:nvPr/>
        </p:nvSpPr>
        <p:spPr>
          <a:xfrm>
            <a:off x="6403432" y="2081690"/>
            <a:ext cx="28100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상황별 바람직한 상태 점검을 위한 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기준을 설정해 주세요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19B580-0EF0-DAA9-00CC-B24784CFC9FA}"/>
              </a:ext>
            </a:extLst>
          </p:cNvPr>
          <p:cNvSpPr txBox="1"/>
          <p:nvPr/>
        </p:nvSpPr>
        <p:spPr>
          <a:xfrm>
            <a:off x="8379537" y="1584858"/>
            <a:ext cx="3010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업무요소 매칭</a:t>
            </a:r>
          </a:p>
        </p:txBody>
      </p:sp>
      <p:sp>
        <p:nvSpPr>
          <p:cNvPr id="66" name="순서도: 수행의 시작/종료 65">
            <a:extLst>
              <a:ext uri="{FF2B5EF4-FFF2-40B4-BE49-F238E27FC236}">
                <a16:creationId xmlns:a16="http://schemas.microsoft.com/office/drawing/2014/main" id="{FD1AD99A-64FB-39F3-1195-4ECE3FAB8AAE}"/>
              </a:ext>
            </a:extLst>
          </p:cNvPr>
          <p:cNvSpPr/>
          <p:nvPr/>
        </p:nvSpPr>
        <p:spPr>
          <a:xfrm>
            <a:off x="7778862" y="1590431"/>
            <a:ext cx="1255747" cy="267952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점검기준 추가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FBC6BD12-9831-E85D-7E4E-3A7F1214CF74}"/>
              </a:ext>
            </a:extLst>
          </p:cNvPr>
          <p:cNvSpPr/>
          <p:nvPr/>
        </p:nvSpPr>
        <p:spPr>
          <a:xfrm>
            <a:off x="9357724" y="1929045"/>
            <a:ext cx="2284617" cy="7722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F15191-0816-060B-1E6F-61179165BADA}"/>
              </a:ext>
            </a:extLst>
          </p:cNvPr>
          <p:cNvSpPr txBox="1"/>
          <p:nvPr/>
        </p:nvSpPr>
        <p:spPr>
          <a:xfrm>
            <a:off x="9357724" y="2131794"/>
            <a:ext cx="28100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점검결과를 시각화 할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업무요소와 매칭해 주세요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990AEDD-861B-4779-F9A4-DC66526DE7D9}"/>
              </a:ext>
            </a:extLst>
          </p:cNvPr>
          <p:cNvSpPr txBox="1"/>
          <p:nvPr/>
        </p:nvSpPr>
        <p:spPr>
          <a:xfrm>
            <a:off x="5795417" y="2108987"/>
            <a:ext cx="400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BD31C5-2274-E3A0-4715-5A41EAD04278}"/>
              </a:ext>
            </a:extLst>
          </p:cNvPr>
          <p:cNvSpPr txBox="1"/>
          <p:nvPr/>
        </p:nvSpPr>
        <p:spPr>
          <a:xfrm>
            <a:off x="8675288" y="2113930"/>
            <a:ext cx="400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6156AEA-5E46-9D5A-7BC2-A67D5EE00B88}"/>
              </a:ext>
            </a:extLst>
          </p:cNvPr>
          <p:cNvSpPr txBox="1"/>
          <p:nvPr/>
        </p:nvSpPr>
        <p:spPr>
          <a:xfrm>
            <a:off x="11228508" y="2116625"/>
            <a:ext cx="400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5F3F2669-A472-3985-5C50-08ABBF4DF38C}"/>
              </a:ext>
            </a:extLst>
          </p:cNvPr>
          <p:cNvGraphicFramePr>
            <a:graphicFrameLocks noGrp="1"/>
          </p:cNvGraphicFramePr>
          <p:nvPr/>
        </p:nvGraphicFramePr>
        <p:xfrm>
          <a:off x="1872039" y="4163396"/>
          <a:ext cx="9770301" cy="2346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617">
                  <a:extLst>
                    <a:ext uri="{9D8B030D-6E8A-4147-A177-3AD203B41FA5}">
                      <a16:colId xmlns:a16="http://schemas.microsoft.com/office/drawing/2014/main" val="1843536939"/>
                    </a:ext>
                  </a:extLst>
                </a:gridCol>
                <a:gridCol w="776614">
                  <a:extLst>
                    <a:ext uri="{9D8B030D-6E8A-4147-A177-3AD203B41FA5}">
                      <a16:colId xmlns:a16="http://schemas.microsoft.com/office/drawing/2014/main" val="4258193112"/>
                    </a:ext>
                  </a:extLst>
                </a:gridCol>
                <a:gridCol w="663879">
                  <a:extLst>
                    <a:ext uri="{9D8B030D-6E8A-4147-A177-3AD203B41FA5}">
                      <a16:colId xmlns:a16="http://schemas.microsoft.com/office/drawing/2014/main" val="2581910991"/>
                    </a:ext>
                  </a:extLst>
                </a:gridCol>
                <a:gridCol w="538619">
                  <a:extLst>
                    <a:ext uri="{9D8B030D-6E8A-4147-A177-3AD203B41FA5}">
                      <a16:colId xmlns:a16="http://schemas.microsoft.com/office/drawing/2014/main" val="2205571610"/>
                    </a:ext>
                  </a:extLst>
                </a:gridCol>
                <a:gridCol w="839244">
                  <a:extLst>
                    <a:ext uri="{9D8B030D-6E8A-4147-A177-3AD203B41FA5}">
                      <a16:colId xmlns:a16="http://schemas.microsoft.com/office/drawing/2014/main" val="2495075647"/>
                    </a:ext>
                  </a:extLst>
                </a:gridCol>
                <a:gridCol w="1352811">
                  <a:extLst>
                    <a:ext uri="{9D8B030D-6E8A-4147-A177-3AD203B41FA5}">
                      <a16:colId xmlns:a16="http://schemas.microsoft.com/office/drawing/2014/main" val="1155831759"/>
                    </a:ext>
                  </a:extLst>
                </a:gridCol>
                <a:gridCol w="2173266">
                  <a:extLst>
                    <a:ext uri="{9D8B030D-6E8A-4147-A177-3AD203B41FA5}">
                      <a16:colId xmlns:a16="http://schemas.microsoft.com/office/drawing/2014/main" val="125301145"/>
                    </a:ext>
                  </a:extLst>
                </a:gridCol>
                <a:gridCol w="1177446">
                  <a:extLst>
                    <a:ext uri="{9D8B030D-6E8A-4147-A177-3AD203B41FA5}">
                      <a16:colId xmlns:a16="http://schemas.microsoft.com/office/drawing/2014/main" val="290461741"/>
                    </a:ext>
                  </a:extLst>
                </a:gridCol>
                <a:gridCol w="538620">
                  <a:extLst>
                    <a:ext uri="{9D8B030D-6E8A-4147-A177-3AD203B41FA5}">
                      <a16:colId xmlns:a16="http://schemas.microsoft.com/office/drawing/2014/main" val="2897544797"/>
                    </a:ext>
                  </a:extLst>
                </a:gridCol>
                <a:gridCol w="1052185">
                  <a:extLst>
                    <a:ext uri="{9D8B030D-6E8A-4147-A177-3AD203B41FA5}">
                      <a16:colId xmlns:a16="http://schemas.microsoft.com/office/drawing/2014/main" val="780701075"/>
                    </a:ext>
                  </a:extLst>
                </a:gridCol>
              </a:tblGrid>
              <a:tr h="335280">
                <a:tc rowSpan="2"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A </a:t>
                      </a:r>
                      <a:r>
                        <a:rPr lang="ko-KR" altLang="en-US" sz="800" b="1" dirty="0"/>
                        <a:t>사업장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점검 해야 할 상황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점검 체크리스트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점검 항목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표준</a:t>
                      </a:r>
                      <a:endParaRPr lang="en-US" altLang="ko-KR" sz="800" b="1" dirty="0"/>
                    </a:p>
                    <a:p>
                      <a:pPr algn="ctr" latinLnBrk="1"/>
                      <a:r>
                        <a:rPr lang="ko-KR" altLang="en-US" sz="800" b="1" dirty="0"/>
                        <a:t>이미지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업무요소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67122"/>
                  </a:ext>
                </a:extLst>
              </a:tr>
              <a:tr h="335280">
                <a:tc gridSpan="3"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Time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Place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Occasion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884057"/>
                  </a:ext>
                </a:extLst>
              </a:tr>
              <a:tr h="33528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객실팀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인스펙터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객실관리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업무중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인스펙 객실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정비완료 객실 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인스펙 실행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인스펙션 상태를 기록 하였는가</a:t>
                      </a:r>
                      <a:r>
                        <a:rPr lang="en-US" altLang="ko-KR" sz="80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미니바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침구류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등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업무처리 정확성</a:t>
                      </a:r>
                      <a:endParaRPr lang="en-US" altLang="ko-KR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1328787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컨시어즈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고객관리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업무전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로비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카트 점검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카트 청결 상태를 사전 점검 하였는가</a:t>
                      </a:r>
                      <a:r>
                        <a:rPr lang="en-US" altLang="ko-KR" sz="80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손잡이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바닥 등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업무처리 정확성</a:t>
                      </a:r>
                      <a:endParaRPr lang="en-US" altLang="ko-KR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150556"/>
                  </a:ext>
                </a:extLst>
              </a:tr>
              <a:tr h="33528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식음료팀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홀서버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홀서빙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영업전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셀프바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기물 청결 상태 점검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기물 청결 상태를 확인하고 세팅 하였는가</a:t>
                      </a:r>
                      <a:r>
                        <a:rPr lang="en-US" altLang="ko-KR" sz="80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용기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집게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소스통 등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업무처리 충실도</a:t>
                      </a:r>
                      <a:endParaRPr lang="en-US" altLang="ko-KR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294653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음식조리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영업후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쓰레기 폐기장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음식물 쓰레기 폐기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음식물 쓰레기 폐기량을 기록 하였는가</a:t>
                      </a:r>
                      <a:r>
                        <a:rPr lang="en-US" altLang="ko-KR" sz="80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음식물 쓰레기 봉투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업무처리 숙련도</a:t>
                      </a:r>
                      <a:endParaRPr lang="en-US" altLang="ko-KR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1547752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구매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영업관리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영업후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주방 냉장고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식재료 충분 여부 파악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냉장고 보관 상태를 확인 하였는가</a:t>
                      </a:r>
                      <a:r>
                        <a:rPr lang="en-US" altLang="ko-KR" sz="80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냉장고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냉동고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업무처리 정확성</a:t>
                      </a:r>
                      <a:endParaRPr lang="en-US" altLang="ko-KR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948389"/>
                  </a:ext>
                </a:extLst>
              </a:tr>
            </a:tbl>
          </a:graphicData>
        </a:graphic>
      </p:graphicFrame>
      <p:pic>
        <p:nvPicPr>
          <p:cNvPr id="79" name="그래픽 78" descr="카메라 윤곽선">
            <a:extLst>
              <a:ext uri="{FF2B5EF4-FFF2-40B4-BE49-F238E27FC236}">
                <a16:creationId xmlns:a16="http://schemas.microsoft.com/office/drawing/2014/main" id="{E3D1FB10-7A98-BFF3-0F0D-86957E7CB8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216699" y="4882238"/>
            <a:ext cx="212411" cy="212411"/>
          </a:xfrm>
          <a:prstGeom prst="rect">
            <a:avLst/>
          </a:prstGeom>
        </p:spPr>
      </p:pic>
      <p:pic>
        <p:nvPicPr>
          <p:cNvPr id="80" name="그래픽 79" descr="카메라 윤곽선">
            <a:extLst>
              <a:ext uri="{FF2B5EF4-FFF2-40B4-BE49-F238E27FC236}">
                <a16:creationId xmlns:a16="http://schemas.microsoft.com/office/drawing/2014/main" id="{60F78719-182F-B2E1-57A0-E3A520E5B3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216698" y="5231767"/>
            <a:ext cx="212411" cy="212411"/>
          </a:xfrm>
          <a:prstGeom prst="rect">
            <a:avLst/>
          </a:prstGeom>
        </p:spPr>
      </p:pic>
      <p:pic>
        <p:nvPicPr>
          <p:cNvPr id="81" name="그래픽 80" descr="카메라 윤곽선">
            <a:extLst>
              <a:ext uri="{FF2B5EF4-FFF2-40B4-BE49-F238E27FC236}">
                <a16:creationId xmlns:a16="http://schemas.microsoft.com/office/drawing/2014/main" id="{80F77ACF-D8CA-27D3-2FF2-F2AEC274CC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216697" y="5559975"/>
            <a:ext cx="212411" cy="212411"/>
          </a:xfrm>
          <a:prstGeom prst="rect">
            <a:avLst/>
          </a:prstGeom>
        </p:spPr>
      </p:pic>
      <p:pic>
        <p:nvPicPr>
          <p:cNvPr id="82" name="그래픽 81" descr="카메라 윤곽선">
            <a:extLst>
              <a:ext uri="{FF2B5EF4-FFF2-40B4-BE49-F238E27FC236}">
                <a16:creationId xmlns:a16="http://schemas.microsoft.com/office/drawing/2014/main" id="{098DD613-7837-EA7B-3723-8C46293574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216696" y="6238381"/>
            <a:ext cx="212411" cy="212411"/>
          </a:xfrm>
          <a:prstGeom prst="rect">
            <a:avLst/>
          </a:prstGeom>
        </p:spPr>
      </p:pic>
      <p:pic>
        <p:nvPicPr>
          <p:cNvPr id="83" name="그래픽 82" descr="카메라 윤곽선">
            <a:extLst>
              <a:ext uri="{FF2B5EF4-FFF2-40B4-BE49-F238E27FC236}">
                <a16:creationId xmlns:a16="http://schemas.microsoft.com/office/drawing/2014/main" id="{2CB18531-D95C-88F2-DE9C-DBAB9C1338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216695" y="5906973"/>
            <a:ext cx="212411" cy="212411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A9C95283-E0ED-D5A7-8FEB-9D6325F35A28}"/>
              </a:ext>
            </a:extLst>
          </p:cNvPr>
          <p:cNvSpPr txBox="1"/>
          <p:nvPr/>
        </p:nvSpPr>
        <p:spPr>
          <a:xfrm>
            <a:off x="330521" y="1266721"/>
            <a:ext cx="1278675" cy="39288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ctr" defTabSz="9127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CS MAC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1A6BA2FA-71CE-27BF-7122-4AE8EDA8B1C2}"/>
              </a:ext>
            </a:extLst>
          </p:cNvPr>
          <p:cNvGrpSpPr/>
          <p:nvPr/>
        </p:nvGrpSpPr>
        <p:grpSpPr>
          <a:xfrm>
            <a:off x="498314" y="1824515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B7B73888-DE83-799A-340B-2A3704C20E2E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87" name="그래픽 86" descr="아래쪽 캐럿 윤곽선">
              <a:extLst>
                <a:ext uri="{FF2B5EF4-FFF2-40B4-BE49-F238E27FC236}">
                  <a16:creationId xmlns:a16="http://schemas.microsoft.com/office/drawing/2014/main" id="{632E4258-F3F8-27B3-183B-D8376D236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pic>
        <p:nvPicPr>
          <p:cNvPr id="88" name="그래픽 87" descr="아래쪽 캐럿 윤곽선">
            <a:extLst>
              <a:ext uri="{FF2B5EF4-FFF2-40B4-BE49-F238E27FC236}">
                <a16:creationId xmlns:a16="http://schemas.microsoft.com/office/drawing/2014/main" id="{57F25372-4FB5-221A-0E07-FE28060D27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23046" y="1844231"/>
            <a:ext cx="243591" cy="278703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2004A61B-39D1-B2CD-AB47-3C19F1090CBF}"/>
              </a:ext>
            </a:extLst>
          </p:cNvPr>
          <p:cNvSpPr txBox="1"/>
          <p:nvPr/>
        </p:nvSpPr>
        <p:spPr>
          <a:xfrm>
            <a:off x="248146" y="1844497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PDCA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B89EC94A-5FAC-E291-A635-57AE19FA5212}"/>
              </a:ext>
            </a:extLst>
          </p:cNvPr>
          <p:cNvGrpSpPr/>
          <p:nvPr/>
        </p:nvGrpSpPr>
        <p:grpSpPr>
          <a:xfrm>
            <a:off x="498314" y="2312647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2E6C6E76-E2E4-34D9-C6C4-D741C1D894FA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92" name="그래픽 91" descr="아래쪽 캐럿 윤곽선">
              <a:extLst>
                <a:ext uri="{FF2B5EF4-FFF2-40B4-BE49-F238E27FC236}">
                  <a16:creationId xmlns:a16="http://schemas.microsoft.com/office/drawing/2014/main" id="{820566C9-172D-1EF8-A3C9-345F12215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29ABEEA8-5410-0F74-D860-0DB9081C0B56}"/>
              </a:ext>
            </a:extLst>
          </p:cNvPr>
          <p:cNvSpPr txBox="1"/>
          <p:nvPr/>
        </p:nvSpPr>
        <p:spPr>
          <a:xfrm>
            <a:off x="345271" y="2323986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Plan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8D51526F-F524-183F-A3B4-E41B715FF70A}"/>
              </a:ext>
            </a:extLst>
          </p:cNvPr>
          <p:cNvCxnSpPr>
            <a:cxnSpLocks/>
          </p:cNvCxnSpPr>
          <p:nvPr/>
        </p:nvCxnSpPr>
        <p:spPr>
          <a:xfrm>
            <a:off x="1702938" y="1456631"/>
            <a:ext cx="0" cy="5053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순서도: 연결자 100">
            <a:extLst>
              <a:ext uri="{FF2B5EF4-FFF2-40B4-BE49-F238E27FC236}">
                <a16:creationId xmlns:a16="http://schemas.microsoft.com/office/drawing/2014/main" id="{8FCBCB88-6BEC-C83C-58B5-3E5B627083AD}"/>
              </a:ext>
            </a:extLst>
          </p:cNvPr>
          <p:cNvSpPr/>
          <p:nvPr/>
        </p:nvSpPr>
        <p:spPr>
          <a:xfrm>
            <a:off x="579733" y="2409426"/>
            <a:ext cx="94220" cy="103181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36B81F-5912-3C09-D00E-45FCD6954380}"/>
              </a:ext>
            </a:extLst>
          </p:cNvPr>
          <p:cNvSpPr txBox="1"/>
          <p:nvPr/>
        </p:nvSpPr>
        <p:spPr>
          <a:xfrm>
            <a:off x="438223" y="2784443"/>
            <a:ext cx="1110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업무수행 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점검 기준 설정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C378CDC-DA07-32BE-30F1-A9C07F1334CD}"/>
              </a:ext>
            </a:extLst>
          </p:cNvPr>
          <p:cNvSpPr/>
          <p:nvPr/>
        </p:nvSpPr>
        <p:spPr>
          <a:xfrm>
            <a:off x="7594960" y="2567688"/>
            <a:ext cx="1687895" cy="11823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6" name="그래픽 45" descr="카메라 윤곽선">
            <a:extLst>
              <a:ext uri="{FF2B5EF4-FFF2-40B4-BE49-F238E27FC236}">
                <a16:creationId xmlns:a16="http://schemas.microsoft.com/office/drawing/2014/main" id="{C9BB481B-5F9F-C79B-13E5-CF52311C0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8464" y="3291275"/>
            <a:ext cx="325804" cy="32580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48332BF-9D63-53CB-6157-F1D08E79A2A1}"/>
              </a:ext>
            </a:extLst>
          </p:cNvPr>
          <p:cNvSpPr txBox="1"/>
          <p:nvPr/>
        </p:nvSpPr>
        <p:spPr>
          <a:xfrm>
            <a:off x="7489083" y="3335463"/>
            <a:ext cx="13903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 이미지 등록</a:t>
            </a:r>
          </a:p>
        </p:txBody>
      </p:sp>
      <p:pic>
        <p:nvPicPr>
          <p:cNvPr id="48" name="그래픽 47" descr="클립보드 선택 표시됨 윤곽선">
            <a:extLst>
              <a:ext uri="{FF2B5EF4-FFF2-40B4-BE49-F238E27FC236}">
                <a16:creationId xmlns:a16="http://schemas.microsoft.com/office/drawing/2014/main" id="{A6FE7091-FA4F-FA1B-A7DE-DADFF6EE79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75429" y="2717143"/>
            <a:ext cx="390877" cy="39087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A0D71754-2C64-4C65-E703-7CAFC5B48B0A}"/>
              </a:ext>
            </a:extLst>
          </p:cNvPr>
          <p:cNvSpPr txBox="1"/>
          <p:nvPr/>
        </p:nvSpPr>
        <p:spPr>
          <a:xfrm>
            <a:off x="7624770" y="2652397"/>
            <a:ext cx="1390389" cy="545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체크리스트 등록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점검 항목 등록</a:t>
            </a:r>
          </a:p>
        </p:txBody>
      </p: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3DB148F6-CBBE-9F05-CBD2-051ECB72A4A0}"/>
              </a:ext>
            </a:extLst>
          </p:cNvPr>
          <p:cNvSpPr/>
          <p:nvPr/>
        </p:nvSpPr>
        <p:spPr>
          <a:xfrm>
            <a:off x="9892826" y="3848414"/>
            <a:ext cx="789829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수정하기</a:t>
            </a:r>
          </a:p>
        </p:txBody>
      </p:sp>
      <p:sp>
        <p:nvSpPr>
          <p:cNvPr id="31" name="순서도: 수행의 시작/종료 30">
            <a:extLst>
              <a:ext uri="{FF2B5EF4-FFF2-40B4-BE49-F238E27FC236}">
                <a16:creationId xmlns:a16="http://schemas.microsoft.com/office/drawing/2014/main" id="{89CFD5F9-69BA-3CBE-F0EC-702125BE2C43}"/>
              </a:ext>
            </a:extLst>
          </p:cNvPr>
          <p:cNvSpPr/>
          <p:nvPr/>
        </p:nvSpPr>
        <p:spPr>
          <a:xfrm>
            <a:off x="10839512" y="3848413"/>
            <a:ext cx="789829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등록하기</a:t>
            </a:r>
          </a:p>
        </p:txBody>
      </p:sp>
    </p:spTree>
    <p:extLst>
      <p:ext uri="{BB962C8B-B14F-4D97-AF65-F5344CB8AC3E}">
        <p14:creationId xmlns:p14="http://schemas.microsoft.com/office/powerpoint/2010/main" val="1116757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A275BEA-D8AE-2DEC-CC93-DB8F3BE8692E}"/>
              </a:ext>
            </a:extLst>
          </p:cNvPr>
          <p:cNvSpPr/>
          <p:nvPr/>
        </p:nvSpPr>
        <p:spPr>
          <a:xfrm>
            <a:off x="430661" y="1090562"/>
            <a:ext cx="11330677" cy="55353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44B4A3-4B2E-82DF-86BE-FF4994E78217}"/>
              </a:ext>
            </a:extLst>
          </p:cNvPr>
          <p:cNvSpPr txBox="1"/>
          <p:nvPr/>
        </p:nvSpPr>
        <p:spPr>
          <a:xfrm>
            <a:off x="303258" y="1141460"/>
            <a:ext cx="1278675" cy="39288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ctr" defTabSz="9127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CS MAC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CF75904-69C0-E28E-93F9-B1FE19F3C8E3}"/>
              </a:ext>
            </a:extLst>
          </p:cNvPr>
          <p:cNvGrpSpPr/>
          <p:nvPr/>
        </p:nvGrpSpPr>
        <p:grpSpPr>
          <a:xfrm>
            <a:off x="521155" y="1699254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A034644D-85D9-FF72-65DB-6D41A89D0722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" name="그래픽 12" descr="아래쪽 캐럿 윤곽선">
              <a:extLst>
                <a:ext uri="{FF2B5EF4-FFF2-40B4-BE49-F238E27FC236}">
                  <a16:creationId xmlns:a16="http://schemas.microsoft.com/office/drawing/2014/main" id="{0D2D66A6-FA1E-29B6-36A5-414908F4B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pic>
        <p:nvPicPr>
          <p:cNvPr id="14" name="그래픽 13" descr="아래쪽 캐럿 윤곽선">
            <a:extLst>
              <a:ext uri="{FF2B5EF4-FFF2-40B4-BE49-F238E27FC236}">
                <a16:creationId xmlns:a16="http://schemas.microsoft.com/office/drawing/2014/main" id="{B37D9701-6828-B947-F273-9BEA5336C3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5887" y="1718970"/>
            <a:ext cx="243591" cy="278703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D8F71CA-F8AF-7F61-51B0-DAE18C44C753}"/>
              </a:ext>
            </a:extLst>
          </p:cNvPr>
          <p:cNvCxnSpPr>
            <a:cxnSpLocks/>
          </p:cNvCxnSpPr>
          <p:nvPr/>
        </p:nvCxnSpPr>
        <p:spPr>
          <a:xfrm>
            <a:off x="1650623" y="1331370"/>
            <a:ext cx="0" cy="5053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57D445E-257F-6408-A03D-3F4A1D655DB4}"/>
              </a:ext>
            </a:extLst>
          </p:cNvPr>
          <p:cNvGrpSpPr/>
          <p:nvPr/>
        </p:nvGrpSpPr>
        <p:grpSpPr>
          <a:xfrm>
            <a:off x="521155" y="2187386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F2EE4310-3866-9D35-77B4-0B27F99CEF9E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8" name="그래픽 17" descr="아래쪽 캐럿 윤곽선">
              <a:extLst>
                <a:ext uri="{FF2B5EF4-FFF2-40B4-BE49-F238E27FC236}">
                  <a16:creationId xmlns:a16="http://schemas.microsoft.com/office/drawing/2014/main" id="{E0F28FA7-E918-D4C3-F981-5666D84A2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3EEBB283-68EF-E9AA-9415-06C33140E5FF}"/>
              </a:ext>
            </a:extLst>
          </p:cNvPr>
          <p:cNvSpPr/>
          <p:nvPr/>
        </p:nvSpPr>
        <p:spPr>
          <a:xfrm>
            <a:off x="602574" y="2284165"/>
            <a:ext cx="94220" cy="103181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F9355-67AE-3BB9-49CB-9059C3DD3CBB}"/>
              </a:ext>
            </a:extLst>
          </p:cNvPr>
          <p:cNvSpPr txBox="1"/>
          <p:nvPr/>
        </p:nvSpPr>
        <p:spPr>
          <a:xfrm>
            <a:off x="252584" y="1727424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PDCA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9F5E7-4932-98BC-9AA9-8BE22C37C5BC}"/>
              </a:ext>
            </a:extLst>
          </p:cNvPr>
          <p:cNvSpPr txBox="1"/>
          <p:nvPr/>
        </p:nvSpPr>
        <p:spPr>
          <a:xfrm>
            <a:off x="356188" y="2203932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Do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E1A5A7-2A97-7367-11D4-D5B960A18C3E}"/>
              </a:ext>
            </a:extLst>
          </p:cNvPr>
          <p:cNvSpPr/>
          <p:nvPr/>
        </p:nvSpPr>
        <p:spPr>
          <a:xfrm>
            <a:off x="907769" y="-434369"/>
            <a:ext cx="10590877" cy="1501451"/>
          </a:xfrm>
          <a:prstGeom prst="rect">
            <a:avLst/>
          </a:prstGeom>
          <a:solidFill>
            <a:schemeClr val="bg1">
              <a:lumMod val="95000"/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935" tIns="35935" rIns="35935" bIns="35935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구성원 업무 현황을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한눈에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파악 할 수 있어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업무지시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빠르게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할 수 있다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AB4A49-BCA5-8059-0FE1-E0AF89E624EE}"/>
              </a:ext>
            </a:extLst>
          </p:cNvPr>
          <p:cNvSpPr txBox="1"/>
          <p:nvPr/>
        </p:nvSpPr>
        <p:spPr>
          <a:xfrm>
            <a:off x="1406253" y="1330648"/>
            <a:ext cx="2279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 보드 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B7B88C5-DB46-E7AD-B796-9EB2C34D3472}"/>
              </a:ext>
            </a:extLst>
          </p:cNvPr>
          <p:cNvGrpSpPr/>
          <p:nvPr/>
        </p:nvGrpSpPr>
        <p:grpSpPr>
          <a:xfrm>
            <a:off x="1876094" y="1817722"/>
            <a:ext cx="9648559" cy="764655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1F09951C-3566-892C-80A5-2C88CA1E523A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0" name="그래픽 29" descr="아래쪽 캐럿 윤곽선">
              <a:extLst>
                <a:ext uri="{FF2B5EF4-FFF2-40B4-BE49-F238E27FC236}">
                  <a16:creationId xmlns:a16="http://schemas.microsoft.com/office/drawing/2014/main" id="{118D394C-D5E8-73F2-BED1-98B0C9FAB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1E3049A6-1B40-CFFD-3E91-00C26A0A06D9}"/>
              </a:ext>
            </a:extLst>
          </p:cNvPr>
          <p:cNvSpPr txBox="1"/>
          <p:nvPr/>
        </p:nvSpPr>
        <p:spPr>
          <a:xfrm>
            <a:off x="3324729" y="2047391"/>
            <a:ext cx="2238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팀원 수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12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명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727E7D-5CA1-2109-2A99-9746CA2416AD}"/>
              </a:ext>
            </a:extLst>
          </p:cNvPr>
          <p:cNvSpPr txBox="1"/>
          <p:nvPr/>
        </p:nvSpPr>
        <p:spPr>
          <a:xfrm>
            <a:off x="6037346" y="2027396"/>
            <a:ext cx="2238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오늘 근무자 수 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명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A7CFAA-00E1-9C75-853D-F612661B6D4A}"/>
              </a:ext>
            </a:extLst>
          </p:cNvPr>
          <p:cNvSpPr txBox="1"/>
          <p:nvPr/>
        </p:nvSpPr>
        <p:spPr>
          <a:xfrm>
            <a:off x="8647057" y="2041038"/>
            <a:ext cx="2238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오늘 휴무자 수 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명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B4F4597-C444-0E04-37B7-A7C23F1BFD17}"/>
              </a:ext>
            </a:extLst>
          </p:cNvPr>
          <p:cNvSpPr/>
          <p:nvPr/>
        </p:nvSpPr>
        <p:spPr>
          <a:xfrm>
            <a:off x="1905950" y="2845076"/>
            <a:ext cx="2662057" cy="121797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67CCAE6-B1C7-87FE-90B9-8B57836E4A1E}"/>
              </a:ext>
            </a:extLst>
          </p:cNvPr>
          <p:cNvSpPr/>
          <p:nvPr/>
        </p:nvSpPr>
        <p:spPr>
          <a:xfrm>
            <a:off x="5384273" y="2845076"/>
            <a:ext cx="2662057" cy="121797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9803B81-4501-34E8-B4DD-799A4D8B6987}"/>
              </a:ext>
            </a:extLst>
          </p:cNvPr>
          <p:cNvSpPr/>
          <p:nvPr/>
        </p:nvSpPr>
        <p:spPr>
          <a:xfrm>
            <a:off x="8862596" y="2845076"/>
            <a:ext cx="2662057" cy="121797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27ECA2D1-3EF6-9C7B-BD96-FF86CEB2CE3B}"/>
              </a:ext>
            </a:extLst>
          </p:cNvPr>
          <p:cNvCxnSpPr>
            <a:cxnSpLocks/>
          </p:cNvCxnSpPr>
          <p:nvPr/>
        </p:nvCxnSpPr>
        <p:spPr>
          <a:xfrm>
            <a:off x="1905950" y="3634743"/>
            <a:ext cx="26620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F083FDF4-2A2F-A3FB-940D-BE0E3F7EC91A}"/>
              </a:ext>
            </a:extLst>
          </p:cNvPr>
          <p:cNvCxnSpPr>
            <a:cxnSpLocks/>
          </p:cNvCxnSpPr>
          <p:nvPr/>
        </p:nvCxnSpPr>
        <p:spPr>
          <a:xfrm>
            <a:off x="5384273" y="3634743"/>
            <a:ext cx="26620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7CC55060-1933-1C7C-932D-1DBA4A25A899}"/>
              </a:ext>
            </a:extLst>
          </p:cNvPr>
          <p:cNvCxnSpPr>
            <a:cxnSpLocks/>
          </p:cNvCxnSpPr>
          <p:nvPr/>
        </p:nvCxnSpPr>
        <p:spPr>
          <a:xfrm>
            <a:off x="8862596" y="3632328"/>
            <a:ext cx="26620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순서도: 연결자 43">
            <a:extLst>
              <a:ext uri="{FF2B5EF4-FFF2-40B4-BE49-F238E27FC236}">
                <a16:creationId xmlns:a16="http://schemas.microsoft.com/office/drawing/2014/main" id="{815FB06F-7712-CA93-B79F-E39C8EF8C16D}"/>
              </a:ext>
            </a:extLst>
          </p:cNvPr>
          <p:cNvSpPr/>
          <p:nvPr/>
        </p:nvSpPr>
        <p:spPr>
          <a:xfrm>
            <a:off x="2478008" y="3685745"/>
            <a:ext cx="285289" cy="30168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박</a:t>
            </a:r>
          </a:p>
        </p:txBody>
      </p:sp>
      <p:sp>
        <p:nvSpPr>
          <p:cNvPr id="45" name="순서도: 연결자 44">
            <a:extLst>
              <a:ext uri="{FF2B5EF4-FFF2-40B4-BE49-F238E27FC236}">
                <a16:creationId xmlns:a16="http://schemas.microsoft.com/office/drawing/2014/main" id="{B430C1E4-4217-E93F-7503-4803B91E89BA}"/>
              </a:ext>
            </a:extLst>
          </p:cNvPr>
          <p:cNvSpPr/>
          <p:nvPr/>
        </p:nvSpPr>
        <p:spPr>
          <a:xfrm>
            <a:off x="2692886" y="3685745"/>
            <a:ext cx="285289" cy="301680"/>
          </a:xfrm>
          <a:prstGeom prst="flowChartConnector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</a:t>
            </a:r>
          </a:p>
        </p:txBody>
      </p:sp>
      <p:sp>
        <p:nvSpPr>
          <p:cNvPr id="46" name="순서도: 연결자 45">
            <a:extLst>
              <a:ext uri="{FF2B5EF4-FFF2-40B4-BE49-F238E27FC236}">
                <a16:creationId xmlns:a16="http://schemas.microsoft.com/office/drawing/2014/main" id="{F17AA053-0461-596D-9130-DFE9A1B5319F}"/>
              </a:ext>
            </a:extLst>
          </p:cNvPr>
          <p:cNvSpPr/>
          <p:nvPr/>
        </p:nvSpPr>
        <p:spPr>
          <a:xfrm>
            <a:off x="2907764" y="3685745"/>
            <a:ext cx="285289" cy="301680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5D995A-31B9-1B35-25D5-DC13548F827D}"/>
              </a:ext>
            </a:extLst>
          </p:cNvPr>
          <p:cNvSpPr txBox="1"/>
          <p:nvPr/>
        </p:nvSpPr>
        <p:spPr>
          <a:xfrm>
            <a:off x="1694351" y="3715633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근무자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85B1B1-4B89-93F8-4677-C37F9362BCEA}"/>
              </a:ext>
            </a:extLst>
          </p:cNvPr>
          <p:cNvSpPr txBox="1"/>
          <p:nvPr/>
        </p:nvSpPr>
        <p:spPr>
          <a:xfrm>
            <a:off x="3212683" y="3738366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휴무자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순서도: 연결자 49">
            <a:extLst>
              <a:ext uri="{FF2B5EF4-FFF2-40B4-BE49-F238E27FC236}">
                <a16:creationId xmlns:a16="http://schemas.microsoft.com/office/drawing/2014/main" id="{158962BD-F27C-1004-EF23-E70B79106481}"/>
              </a:ext>
            </a:extLst>
          </p:cNvPr>
          <p:cNvSpPr/>
          <p:nvPr/>
        </p:nvSpPr>
        <p:spPr>
          <a:xfrm>
            <a:off x="3979816" y="3695248"/>
            <a:ext cx="285289" cy="30168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7DC40B-C81C-F5C6-1D5D-A123B1F02AD2}"/>
              </a:ext>
            </a:extLst>
          </p:cNvPr>
          <p:cNvSpPr txBox="1"/>
          <p:nvPr/>
        </p:nvSpPr>
        <p:spPr>
          <a:xfrm>
            <a:off x="1656048" y="2927053"/>
            <a:ext cx="1279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프론트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BC0ACE-3B6F-B448-A6DF-62E6014E3ACF}"/>
              </a:ext>
            </a:extLst>
          </p:cNvPr>
          <p:cNvSpPr txBox="1"/>
          <p:nvPr/>
        </p:nvSpPr>
        <p:spPr>
          <a:xfrm>
            <a:off x="5196765" y="2921885"/>
            <a:ext cx="1279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인스펙터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1F6AF7-0EC3-A5A7-566C-A8701618D590}"/>
              </a:ext>
            </a:extLst>
          </p:cNvPr>
          <p:cNvSpPr txBox="1"/>
          <p:nvPr/>
        </p:nvSpPr>
        <p:spPr>
          <a:xfrm>
            <a:off x="8742907" y="2902158"/>
            <a:ext cx="1279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컨시어즈 </a:t>
            </a:r>
          </a:p>
        </p:txBody>
      </p:sp>
      <p:sp>
        <p:nvSpPr>
          <p:cNvPr id="54" name="순서도: 연결자 53">
            <a:extLst>
              <a:ext uri="{FF2B5EF4-FFF2-40B4-BE49-F238E27FC236}">
                <a16:creationId xmlns:a16="http://schemas.microsoft.com/office/drawing/2014/main" id="{D1BC75FA-A753-0142-267F-0A9218DA2A32}"/>
              </a:ext>
            </a:extLst>
          </p:cNvPr>
          <p:cNvSpPr/>
          <p:nvPr/>
        </p:nvSpPr>
        <p:spPr>
          <a:xfrm>
            <a:off x="5988330" y="3676242"/>
            <a:ext cx="285289" cy="30168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박</a:t>
            </a:r>
          </a:p>
        </p:txBody>
      </p:sp>
      <p:sp>
        <p:nvSpPr>
          <p:cNvPr id="55" name="순서도: 연결자 54">
            <a:extLst>
              <a:ext uri="{FF2B5EF4-FFF2-40B4-BE49-F238E27FC236}">
                <a16:creationId xmlns:a16="http://schemas.microsoft.com/office/drawing/2014/main" id="{5E95638A-98B7-FBD7-9921-0F929C056000}"/>
              </a:ext>
            </a:extLst>
          </p:cNvPr>
          <p:cNvSpPr/>
          <p:nvPr/>
        </p:nvSpPr>
        <p:spPr>
          <a:xfrm>
            <a:off x="6203208" y="3676242"/>
            <a:ext cx="285289" cy="301680"/>
          </a:xfrm>
          <a:prstGeom prst="flowChartConnector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</a:t>
            </a:r>
          </a:p>
        </p:txBody>
      </p:sp>
      <p:sp>
        <p:nvSpPr>
          <p:cNvPr id="56" name="순서도: 연결자 55">
            <a:extLst>
              <a:ext uri="{FF2B5EF4-FFF2-40B4-BE49-F238E27FC236}">
                <a16:creationId xmlns:a16="http://schemas.microsoft.com/office/drawing/2014/main" id="{D395DDC6-BE5A-271F-BB70-72BE5C49A0D7}"/>
              </a:ext>
            </a:extLst>
          </p:cNvPr>
          <p:cNvSpPr/>
          <p:nvPr/>
        </p:nvSpPr>
        <p:spPr>
          <a:xfrm>
            <a:off x="6418086" y="3676242"/>
            <a:ext cx="285289" cy="301680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C613A61-9FD6-56D7-5230-6AA207211019}"/>
              </a:ext>
            </a:extLst>
          </p:cNvPr>
          <p:cNvSpPr txBox="1"/>
          <p:nvPr/>
        </p:nvSpPr>
        <p:spPr>
          <a:xfrm>
            <a:off x="5204673" y="3706130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근무자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7BBC931-D90E-C616-1E98-A81CE855EA05}"/>
              </a:ext>
            </a:extLst>
          </p:cNvPr>
          <p:cNvSpPr txBox="1"/>
          <p:nvPr/>
        </p:nvSpPr>
        <p:spPr>
          <a:xfrm>
            <a:off x="6723005" y="3728863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휴무자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순서도: 연결자 58">
            <a:extLst>
              <a:ext uri="{FF2B5EF4-FFF2-40B4-BE49-F238E27FC236}">
                <a16:creationId xmlns:a16="http://schemas.microsoft.com/office/drawing/2014/main" id="{C9E3E94C-5FAC-E4F8-AD1A-BFB2AA4547F3}"/>
              </a:ext>
            </a:extLst>
          </p:cNvPr>
          <p:cNvSpPr/>
          <p:nvPr/>
        </p:nvSpPr>
        <p:spPr>
          <a:xfrm>
            <a:off x="7490138" y="3685745"/>
            <a:ext cx="285289" cy="30168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</a:t>
            </a:r>
          </a:p>
        </p:txBody>
      </p:sp>
      <p:sp>
        <p:nvSpPr>
          <p:cNvPr id="60" name="순서도: 연결자 59">
            <a:extLst>
              <a:ext uri="{FF2B5EF4-FFF2-40B4-BE49-F238E27FC236}">
                <a16:creationId xmlns:a16="http://schemas.microsoft.com/office/drawing/2014/main" id="{BC15E08B-2170-92BC-846A-2E48588DE4C4}"/>
              </a:ext>
            </a:extLst>
          </p:cNvPr>
          <p:cNvSpPr/>
          <p:nvPr/>
        </p:nvSpPr>
        <p:spPr>
          <a:xfrm>
            <a:off x="9498652" y="3695639"/>
            <a:ext cx="285289" cy="30168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박</a:t>
            </a:r>
          </a:p>
        </p:txBody>
      </p:sp>
      <p:sp>
        <p:nvSpPr>
          <p:cNvPr id="61" name="순서도: 연결자 60">
            <a:extLst>
              <a:ext uri="{FF2B5EF4-FFF2-40B4-BE49-F238E27FC236}">
                <a16:creationId xmlns:a16="http://schemas.microsoft.com/office/drawing/2014/main" id="{46BD22F5-3606-4596-EA1A-5CF0BF4B1525}"/>
              </a:ext>
            </a:extLst>
          </p:cNvPr>
          <p:cNvSpPr/>
          <p:nvPr/>
        </p:nvSpPr>
        <p:spPr>
          <a:xfrm>
            <a:off x="9713530" y="3695639"/>
            <a:ext cx="285289" cy="301680"/>
          </a:xfrm>
          <a:prstGeom prst="flowChartConnector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</a:t>
            </a:r>
          </a:p>
        </p:txBody>
      </p:sp>
      <p:sp>
        <p:nvSpPr>
          <p:cNvPr id="62" name="순서도: 연결자 61">
            <a:extLst>
              <a:ext uri="{FF2B5EF4-FFF2-40B4-BE49-F238E27FC236}">
                <a16:creationId xmlns:a16="http://schemas.microsoft.com/office/drawing/2014/main" id="{A9437802-900F-C526-6E64-533197EF8F07}"/>
              </a:ext>
            </a:extLst>
          </p:cNvPr>
          <p:cNvSpPr/>
          <p:nvPr/>
        </p:nvSpPr>
        <p:spPr>
          <a:xfrm>
            <a:off x="9928408" y="3695639"/>
            <a:ext cx="285289" cy="301680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4901CA-5526-D27A-3F53-034BF1A2C89B}"/>
              </a:ext>
            </a:extLst>
          </p:cNvPr>
          <p:cNvSpPr txBox="1"/>
          <p:nvPr/>
        </p:nvSpPr>
        <p:spPr>
          <a:xfrm>
            <a:off x="8714995" y="3725527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근무자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90A792C-7EBD-2247-70F4-4556BC27B8CE}"/>
              </a:ext>
            </a:extLst>
          </p:cNvPr>
          <p:cNvSpPr txBox="1"/>
          <p:nvPr/>
        </p:nvSpPr>
        <p:spPr>
          <a:xfrm>
            <a:off x="10233327" y="3748260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휴무자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순서도: 연결자 64">
            <a:extLst>
              <a:ext uri="{FF2B5EF4-FFF2-40B4-BE49-F238E27FC236}">
                <a16:creationId xmlns:a16="http://schemas.microsoft.com/office/drawing/2014/main" id="{964F4FE5-6ACC-2248-142C-7AB542EAFBE5}"/>
              </a:ext>
            </a:extLst>
          </p:cNvPr>
          <p:cNvSpPr/>
          <p:nvPr/>
        </p:nvSpPr>
        <p:spPr>
          <a:xfrm>
            <a:off x="11000460" y="3705142"/>
            <a:ext cx="285289" cy="30168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FFE61D-9826-A5C2-C541-FFB4F6D6E365}"/>
              </a:ext>
            </a:extLst>
          </p:cNvPr>
          <p:cNvSpPr txBox="1"/>
          <p:nvPr/>
        </p:nvSpPr>
        <p:spPr>
          <a:xfrm>
            <a:off x="1568239" y="3270544"/>
            <a:ext cx="20473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 근속기간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7.5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개월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C923239-FD46-E8DE-EBEA-704A5469A032}"/>
              </a:ext>
            </a:extLst>
          </p:cNvPr>
          <p:cNvSpPr txBox="1"/>
          <p:nvPr/>
        </p:nvSpPr>
        <p:spPr>
          <a:xfrm>
            <a:off x="5032423" y="3277827"/>
            <a:ext cx="20473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 근속기간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5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개월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F7A93B5-330A-2B30-B25E-81CCAE2267E0}"/>
              </a:ext>
            </a:extLst>
          </p:cNvPr>
          <p:cNvSpPr txBox="1"/>
          <p:nvPr/>
        </p:nvSpPr>
        <p:spPr>
          <a:xfrm>
            <a:off x="8677340" y="3277827"/>
            <a:ext cx="20473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 근속기간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1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년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5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개월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9CB74C96-A4B1-11B4-868E-8861E9B19D4D}"/>
              </a:ext>
            </a:extLst>
          </p:cNvPr>
          <p:cNvSpPr/>
          <p:nvPr/>
        </p:nvSpPr>
        <p:spPr>
          <a:xfrm>
            <a:off x="1920203" y="4357807"/>
            <a:ext cx="1669490" cy="206679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DBF6138-B2BD-EAD5-2248-9E1574E69370}"/>
              </a:ext>
            </a:extLst>
          </p:cNvPr>
          <p:cNvSpPr txBox="1"/>
          <p:nvPr/>
        </p:nvSpPr>
        <p:spPr>
          <a:xfrm>
            <a:off x="1896970" y="4445134"/>
            <a:ext cx="12792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프론트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박더획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0CA2EF-281E-8754-8069-6E0932358482}"/>
              </a:ext>
            </a:extLst>
          </p:cNvPr>
          <p:cNvSpPr txBox="1"/>
          <p:nvPr/>
        </p:nvSpPr>
        <p:spPr>
          <a:xfrm>
            <a:off x="1418986" y="4664404"/>
            <a:ext cx="20473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근속기간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5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개월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8ACAF0-A144-43F0-5E58-AD58A06D826E}"/>
              </a:ext>
            </a:extLst>
          </p:cNvPr>
          <p:cNvSpPr txBox="1"/>
          <p:nvPr/>
        </p:nvSpPr>
        <p:spPr>
          <a:xfrm>
            <a:off x="1973300" y="4822667"/>
            <a:ext cx="2047328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Time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체크아웃 종료 후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Place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객실등록 페이지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Occasion : VIP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객실 선배정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9F40FC8-6811-A1E5-BDB8-CA7C702E9DB7}"/>
              </a:ext>
            </a:extLst>
          </p:cNvPr>
          <p:cNvSpPr txBox="1"/>
          <p:nvPr/>
        </p:nvSpPr>
        <p:spPr>
          <a:xfrm>
            <a:off x="1504871" y="5733765"/>
            <a:ext cx="20473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 이해도 체크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5565358-67D7-D663-0C45-1C71A3A70180}"/>
              </a:ext>
            </a:extLst>
          </p:cNvPr>
          <p:cNvSpPr/>
          <p:nvPr/>
        </p:nvSpPr>
        <p:spPr>
          <a:xfrm>
            <a:off x="2030803" y="5957284"/>
            <a:ext cx="447205" cy="1766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59D5BE0-A9A7-49AB-011E-FD5C228074B8}"/>
              </a:ext>
            </a:extLst>
          </p:cNvPr>
          <p:cNvSpPr/>
          <p:nvPr/>
        </p:nvSpPr>
        <p:spPr>
          <a:xfrm>
            <a:off x="2536609" y="5959770"/>
            <a:ext cx="447205" cy="1766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5567001-7DE7-7A80-2F3C-DB9EEF411479}"/>
              </a:ext>
            </a:extLst>
          </p:cNvPr>
          <p:cNvSpPr/>
          <p:nvPr/>
        </p:nvSpPr>
        <p:spPr>
          <a:xfrm>
            <a:off x="3042415" y="5962256"/>
            <a:ext cx="447205" cy="1766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E40026-2BB1-B15D-1AA3-C924DE441736}"/>
              </a:ext>
            </a:extLst>
          </p:cNvPr>
          <p:cNvSpPr txBox="1"/>
          <p:nvPr/>
        </p:nvSpPr>
        <p:spPr>
          <a:xfrm>
            <a:off x="1904977" y="5941431"/>
            <a:ext cx="686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이해완료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0264B2-FD78-811C-BFDD-34347DC0CD9D}"/>
              </a:ext>
            </a:extLst>
          </p:cNvPr>
          <p:cNvSpPr txBox="1"/>
          <p:nvPr/>
        </p:nvSpPr>
        <p:spPr>
          <a:xfrm>
            <a:off x="2419542" y="5947834"/>
            <a:ext cx="686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모호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28213A6-D250-145B-ED0B-DD49976707A5}"/>
              </a:ext>
            </a:extLst>
          </p:cNvPr>
          <p:cNvSpPr txBox="1"/>
          <p:nvPr/>
        </p:nvSpPr>
        <p:spPr>
          <a:xfrm>
            <a:off x="2915318" y="5954237"/>
            <a:ext cx="686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이해불가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8FE5A43-B851-EDCC-BD61-F7A217EBDB72}"/>
              </a:ext>
            </a:extLst>
          </p:cNvPr>
          <p:cNvSpPr txBox="1"/>
          <p:nvPr/>
        </p:nvSpPr>
        <p:spPr>
          <a:xfrm>
            <a:off x="1223244" y="6143961"/>
            <a:ext cx="20473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이행 근거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pic>
        <p:nvPicPr>
          <p:cNvPr id="77" name="그래픽 76" descr="카메라 윤곽선">
            <a:extLst>
              <a:ext uri="{FF2B5EF4-FFF2-40B4-BE49-F238E27FC236}">
                <a16:creationId xmlns:a16="http://schemas.microsoft.com/office/drawing/2014/main" id="{4537CEE2-873E-4DC2-9C73-8B8256133D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3232301" y="6137449"/>
            <a:ext cx="212411" cy="212411"/>
          </a:xfrm>
          <a:prstGeom prst="rect">
            <a:avLst/>
          </a:prstGeom>
        </p:spPr>
      </p:pic>
      <p:grpSp>
        <p:nvGrpSpPr>
          <p:cNvPr id="80" name="그룹 79">
            <a:extLst>
              <a:ext uri="{FF2B5EF4-FFF2-40B4-BE49-F238E27FC236}">
                <a16:creationId xmlns:a16="http://schemas.microsoft.com/office/drawing/2014/main" id="{280C5946-E5BF-B08D-D232-BCEBE0D034BA}"/>
              </a:ext>
            </a:extLst>
          </p:cNvPr>
          <p:cNvGrpSpPr/>
          <p:nvPr/>
        </p:nvGrpSpPr>
        <p:grpSpPr>
          <a:xfrm>
            <a:off x="2008252" y="5440864"/>
            <a:ext cx="1481368" cy="300624"/>
            <a:chOff x="1496861" y="1584543"/>
            <a:chExt cx="1590806" cy="30062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18C624C8-6026-648A-61EB-96E96BC5E0AF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82" name="그래픽 81" descr="아래쪽 캐럿 윤곽선">
              <a:extLst>
                <a:ext uri="{FF2B5EF4-FFF2-40B4-BE49-F238E27FC236}">
                  <a16:creationId xmlns:a16="http://schemas.microsoft.com/office/drawing/2014/main" id="{262CC31C-3AA5-CDAF-112B-D2C6F1D20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4BA258C1-879A-E06A-2C7F-EF025667503E}"/>
              </a:ext>
            </a:extLst>
          </p:cNvPr>
          <p:cNvSpPr txBox="1"/>
          <p:nvPr/>
        </p:nvSpPr>
        <p:spPr>
          <a:xfrm>
            <a:off x="1973300" y="5449584"/>
            <a:ext cx="2047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 완료 객실에 선배정 하고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선배정표 기록해 주세요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628DFC59-1CAA-458E-3505-80797830357D}"/>
              </a:ext>
            </a:extLst>
          </p:cNvPr>
          <p:cNvSpPr/>
          <p:nvPr/>
        </p:nvSpPr>
        <p:spPr>
          <a:xfrm>
            <a:off x="3667463" y="4355099"/>
            <a:ext cx="958172" cy="11771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48E9B42-4EFD-F829-A455-A96F86C69530}"/>
              </a:ext>
            </a:extLst>
          </p:cNvPr>
          <p:cNvSpPr txBox="1"/>
          <p:nvPr/>
        </p:nvSpPr>
        <p:spPr>
          <a:xfrm>
            <a:off x="3489620" y="4449778"/>
            <a:ext cx="12792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프론트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박더획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8F7F693-14E7-52B7-243E-895A7818A8D0}"/>
              </a:ext>
            </a:extLst>
          </p:cNvPr>
          <p:cNvSpPr txBox="1"/>
          <p:nvPr/>
        </p:nvSpPr>
        <p:spPr>
          <a:xfrm>
            <a:off x="3656848" y="4710561"/>
            <a:ext cx="1023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 미준수 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누적 수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4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620237E-2198-8A9F-0DC1-28302FB4875E}"/>
              </a:ext>
            </a:extLst>
          </p:cNvPr>
          <p:cNvSpPr txBox="1"/>
          <p:nvPr/>
        </p:nvSpPr>
        <p:spPr>
          <a:xfrm>
            <a:off x="3656848" y="5077572"/>
            <a:ext cx="1023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업무수행 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준수율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: 86% 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50208D67-61CE-1AC4-0AE4-B6C9297CF593}"/>
              </a:ext>
            </a:extLst>
          </p:cNvPr>
          <p:cNvSpPr/>
          <p:nvPr/>
        </p:nvSpPr>
        <p:spPr>
          <a:xfrm>
            <a:off x="5473024" y="4361037"/>
            <a:ext cx="1669490" cy="206679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051C1AF-19E8-FA1A-4FC8-446220391502}"/>
              </a:ext>
            </a:extLst>
          </p:cNvPr>
          <p:cNvSpPr txBox="1"/>
          <p:nvPr/>
        </p:nvSpPr>
        <p:spPr>
          <a:xfrm>
            <a:off x="5412966" y="4453020"/>
            <a:ext cx="12792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프론트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박더획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976A294-BC92-55BF-F0EF-6E846594C4AB}"/>
              </a:ext>
            </a:extLst>
          </p:cNvPr>
          <p:cNvSpPr txBox="1"/>
          <p:nvPr/>
        </p:nvSpPr>
        <p:spPr>
          <a:xfrm>
            <a:off x="5526121" y="4825897"/>
            <a:ext cx="2047328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Time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체크아웃 종료 후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Place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객실등록 페이지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Occasion : VIP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객실 선배정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55CAE052-57FD-9D1A-E4BF-615468A1D997}"/>
              </a:ext>
            </a:extLst>
          </p:cNvPr>
          <p:cNvSpPr/>
          <p:nvPr/>
        </p:nvSpPr>
        <p:spPr>
          <a:xfrm>
            <a:off x="5583624" y="5960514"/>
            <a:ext cx="447205" cy="1766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00E72687-8858-B015-8BD1-645BE03AF698}"/>
              </a:ext>
            </a:extLst>
          </p:cNvPr>
          <p:cNvSpPr/>
          <p:nvPr/>
        </p:nvSpPr>
        <p:spPr>
          <a:xfrm>
            <a:off x="6089430" y="5963000"/>
            <a:ext cx="447205" cy="1766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9C607EEC-35A3-D745-381F-C08DF9CFD3D0}"/>
              </a:ext>
            </a:extLst>
          </p:cNvPr>
          <p:cNvSpPr/>
          <p:nvPr/>
        </p:nvSpPr>
        <p:spPr>
          <a:xfrm>
            <a:off x="6595236" y="5965486"/>
            <a:ext cx="447205" cy="1766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2CFED03-11CD-C3D8-0CD2-CA7464AF1B34}"/>
              </a:ext>
            </a:extLst>
          </p:cNvPr>
          <p:cNvSpPr txBox="1"/>
          <p:nvPr/>
        </p:nvSpPr>
        <p:spPr>
          <a:xfrm>
            <a:off x="5457798" y="5944661"/>
            <a:ext cx="686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이해완료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B7B399C-1280-DCF4-6C95-1A8775C868A0}"/>
              </a:ext>
            </a:extLst>
          </p:cNvPr>
          <p:cNvSpPr txBox="1"/>
          <p:nvPr/>
        </p:nvSpPr>
        <p:spPr>
          <a:xfrm>
            <a:off x="5972363" y="5951064"/>
            <a:ext cx="686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모호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5F0F9B6-7DDF-2D29-968A-99C6CAA0C0EE}"/>
              </a:ext>
            </a:extLst>
          </p:cNvPr>
          <p:cNvSpPr txBox="1"/>
          <p:nvPr/>
        </p:nvSpPr>
        <p:spPr>
          <a:xfrm>
            <a:off x="6468139" y="5957467"/>
            <a:ext cx="686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이해불가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pic>
        <p:nvPicPr>
          <p:cNvPr id="97" name="그래픽 96" descr="카메라 윤곽선">
            <a:extLst>
              <a:ext uri="{FF2B5EF4-FFF2-40B4-BE49-F238E27FC236}">
                <a16:creationId xmlns:a16="http://schemas.microsoft.com/office/drawing/2014/main" id="{6723042E-FF66-29C8-5AC9-6DA9974D23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6785122" y="6146942"/>
            <a:ext cx="212411" cy="212411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E021B303-A220-A621-1392-4B6BDEBC8681}"/>
              </a:ext>
            </a:extLst>
          </p:cNvPr>
          <p:cNvGrpSpPr/>
          <p:nvPr/>
        </p:nvGrpSpPr>
        <p:grpSpPr>
          <a:xfrm>
            <a:off x="5561073" y="5444094"/>
            <a:ext cx="1481368" cy="300624"/>
            <a:chOff x="1496861" y="1584543"/>
            <a:chExt cx="1590806" cy="30062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F5480C71-B673-D760-9794-F0733071E0F1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00" name="그래픽 99" descr="아래쪽 캐럿 윤곽선">
              <a:extLst>
                <a:ext uri="{FF2B5EF4-FFF2-40B4-BE49-F238E27FC236}">
                  <a16:creationId xmlns:a16="http://schemas.microsoft.com/office/drawing/2014/main" id="{CFC78C14-3AF2-45C2-F2D2-7CE938514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234C27D7-4BFD-590F-33BC-74C60835B5B9}"/>
              </a:ext>
            </a:extLst>
          </p:cNvPr>
          <p:cNvSpPr txBox="1"/>
          <p:nvPr/>
        </p:nvSpPr>
        <p:spPr>
          <a:xfrm>
            <a:off x="5526121" y="5452814"/>
            <a:ext cx="2047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 완료 객실에 선배정 하고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선배정표 기록해 주세요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1C12695E-A423-D697-1945-581A47EE6A27}"/>
              </a:ext>
            </a:extLst>
          </p:cNvPr>
          <p:cNvSpPr/>
          <p:nvPr/>
        </p:nvSpPr>
        <p:spPr>
          <a:xfrm>
            <a:off x="7236963" y="4355099"/>
            <a:ext cx="958172" cy="11771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67B8693-1F0C-8DBA-739A-5266B3DED9A3}"/>
              </a:ext>
            </a:extLst>
          </p:cNvPr>
          <p:cNvSpPr txBox="1"/>
          <p:nvPr/>
        </p:nvSpPr>
        <p:spPr>
          <a:xfrm>
            <a:off x="7076410" y="4466262"/>
            <a:ext cx="12792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프론트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박더획 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84DBFFB-E5D9-5169-6F3A-64EDA615E753}"/>
              </a:ext>
            </a:extLst>
          </p:cNvPr>
          <p:cNvSpPr txBox="1"/>
          <p:nvPr/>
        </p:nvSpPr>
        <p:spPr>
          <a:xfrm>
            <a:off x="7226348" y="4710561"/>
            <a:ext cx="1023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 미준수 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누적 수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4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AA0F3A8-3612-85DC-E1DC-A7D38F20D940}"/>
              </a:ext>
            </a:extLst>
          </p:cNvPr>
          <p:cNvSpPr txBox="1"/>
          <p:nvPr/>
        </p:nvSpPr>
        <p:spPr>
          <a:xfrm>
            <a:off x="7226348" y="5077572"/>
            <a:ext cx="1023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업무수행 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준수율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: 86% 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FBE22BC9-46D3-BCDF-D57C-A2AB7D4C753B}"/>
              </a:ext>
            </a:extLst>
          </p:cNvPr>
          <p:cNvSpPr/>
          <p:nvPr/>
        </p:nvSpPr>
        <p:spPr>
          <a:xfrm>
            <a:off x="8940736" y="4355099"/>
            <a:ext cx="1669490" cy="206679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9B027D5-E293-EF50-BC56-97C180950A43}"/>
              </a:ext>
            </a:extLst>
          </p:cNvPr>
          <p:cNvSpPr txBox="1"/>
          <p:nvPr/>
        </p:nvSpPr>
        <p:spPr>
          <a:xfrm>
            <a:off x="8929810" y="4453020"/>
            <a:ext cx="12792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프론트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박더획 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2E3E4B2-2F92-D6CE-E8C9-0B40296706D5}"/>
              </a:ext>
            </a:extLst>
          </p:cNvPr>
          <p:cNvSpPr txBox="1"/>
          <p:nvPr/>
        </p:nvSpPr>
        <p:spPr>
          <a:xfrm>
            <a:off x="8993833" y="4819959"/>
            <a:ext cx="2047328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Time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체크아웃 종료 후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Place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객실등록 페이지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Occasion : VIP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객실 선배정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4874EA26-FC60-4C38-11B9-233CDC99AAAE}"/>
              </a:ext>
            </a:extLst>
          </p:cNvPr>
          <p:cNvSpPr/>
          <p:nvPr/>
        </p:nvSpPr>
        <p:spPr>
          <a:xfrm>
            <a:off x="9051336" y="5954576"/>
            <a:ext cx="447205" cy="1766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D876E8D6-1543-2246-BA53-64AE605B98D8}"/>
              </a:ext>
            </a:extLst>
          </p:cNvPr>
          <p:cNvSpPr/>
          <p:nvPr/>
        </p:nvSpPr>
        <p:spPr>
          <a:xfrm>
            <a:off x="9557142" y="5957062"/>
            <a:ext cx="447205" cy="1766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BAF0BBBA-9D45-9F97-2B79-65F0C28C51BD}"/>
              </a:ext>
            </a:extLst>
          </p:cNvPr>
          <p:cNvSpPr/>
          <p:nvPr/>
        </p:nvSpPr>
        <p:spPr>
          <a:xfrm>
            <a:off x="10062948" y="5959548"/>
            <a:ext cx="447205" cy="1766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07BFA0B-4342-4FD6-211D-CE0542FF9CFE}"/>
              </a:ext>
            </a:extLst>
          </p:cNvPr>
          <p:cNvSpPr txBox="1"/>
          <p:nvPr/>
        </p:nvSpPr>
        <p:spPr>
          <a:xfrm>
            <a:off x="8925510" y="5938723"/>
            <a:ext cx="686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이해완료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C29CCAC-D075-A4C4-1C17-7AF649F06852}"/>
              </a:ext>
            </a:extLst>
          </p:cNvPr>
          <p:cNvSpPr txBox="1"/>
          <p:nvPr/>
        </p:nvSpPr>
        <p:spPr>
          <a:xfrm>
            <a:off x="9440075" y="5945126"/>
            <a:ext cx="686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모호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B00C503-1ABB-A2FC-0BE1-026712C72635}"/>
              </a:ext>
            </a:extLst>
          </p:cNvPr>
          <p:cNvSpPr txBox="1"/>
          <p:nvPr/>
        </p:nvSpPr>
        <p:spPr>
          <a:xfrm>
            <a:off x="9935851" y="5951529"/>
            <a:ext cx="686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이해불가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pic>
        <p:nvPicPr>
          <p:cNvPr id="115" name="그래픽 114" descr="카메라 윤곽선">
            <a:extLst>
              <a:ext uri="{FF2B5EF4-FFF2-40B4-BE49-F238E27FC236}">
                <a16:creationId xmlns:a16="http://schemas.microsoft.com/office/drawing/2014/main" id="{A6D7517A-25AE-B14E-A6E4-6FD2ED070E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252834" y="6134741"/>
            <a:ext cx="212411" cy="212411"/>
          </a:xfrm>
          <a:prstGeom prst="rect">
            <a:avLst/>
          </a:prstGeom>
        </p:spPr>
      </p:pic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F7588FFD-8FA6-CC09-8B37-0C7BBF1CA94B}"/>
              </a:ext>
            </a:extLst>
          </p:cNvPr>
          <p:cNvGrpSpPr/>
          <p:nvPr/>
        </p:nvGrpSpPr>
        <p:grpSpPr>
          <a:xfrm>
            <a:off x="9028785" y="5438156"/>
            <a:ext cx="1481368" cy="300624"/>
            <a:chOff x="1496861" y="1584543"/>
            <a:chExt cx="1590806" cy="30062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17" name="사각형: 둥근 모서리 116">
              <a:extLst>
                <a:ext uri="{FF2B5EF4-FFF2-40B4-BE49-F238E27FC236}">
                  <a16:creationId xmlns:a16="http://schemas.microsoft.com/office/drawing/2014/main" id="{F9E8439A-4B11-4DFD-07E7-24877689A816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8" name="그래픽 117" descr="아래쪽 캐럿 윤곽선">
              <a:extLst>
                <a:ext uri="{FF2B5EF4-FFF2-40B4-BE49-F238E27FC236}">
                  <a16:creationId xmlns:a16="http://schemas.microsoft.com/office/drawing/2014/main" id="{F2F2514B-A08F-BBA1-5344-388D2320D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948628F3-1CE7-D567-47EE-8ACB4FAE8762}"/>
              </a:ext>
            </a:extLst>
          </p:cNvPr>
          <p:cNvSpPr txBox="1"/>
          <p:nvPr/>
        </p:nvSpPr>
        <p:spPr>
          <a:xfrm>
            <a:off x="8993833" y="5446876"/>
            <a:ext cx="2047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 완료 객실에 선배정 하고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선배정표 기록해 주세요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DA8B8FBD-CD11-9D98-D659-FB62F2C3B481}"/>
              </a:ext>
            </a:extLst>
          </p:cNvPr>
          <p:cNvSpPr/>
          <p:nvPr/>
        </p:nvSpPr>
        <p:spPr>
          <a:xfrm>
            <a:off x="10681888" y="4355099"/>
            <a:ext cx="958172" cy="11771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4824460-0CAC-B6B0-70DF-8E7B25A4FA09}"/>
              </a:ext>
            </a:extLst>
          </p:cNvPr>
          <p:cNvSpPr txBox="1"/>
          <p:nvPr/>
        </p:nvSpPr>
        <p:spPr>
          <a:xfrm>
            <a:off x="10522254" y="4466833"/>
            <a:ext cx="12792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프론트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박더획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2FDE826-1883-F01E-6817-161F79F8329F}"/>
              </a:ext>
            </a:extLst>
          </p:cNvPr>
          <p:cNvSpPr txBox="1"/>
          <p:nvPr/>
        </p:nvSpPr>
        <p:spPr>
          <a:xfrm>
            <a:off x="10665558" y="4728178"/>
            <a:ext cx="1023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 미준수 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누적 수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4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800B6A1-9C91-C92D-7537-4133A144C2F6}"/>
              </a:ext>
            </a:extLst>
          </p:cNvPr>
          <p:cNvSpPr txBox="1"/>
          <p:nvPr/>
        </p:nvSpPr>
        <p:spPr>
          <a:xfrm>
            <a:off x="10671273" y="5077572"/>
            <a:ext cx="1023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업무수행 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준수율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: 86%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D801F0D-5030-1CA9-ED34-19B7A5AD9C8F}"/>
              </a:ext>
            </a:extLst>
          </p:cNvPr>
          <p:cNvSpPr txBox="1"/>
          <p:nvPr/>
        </p:nvSpPr>
        <p:spPr>
          <a:xfrm>
            <a:off x="5079235" y="5733765"/>
            <a:ext cx="20473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 이해도 체크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F753800-7E6A-31C1-AF69-727DF83084C4}"/>
              </a:ext>
            </a:extLst>
          </p:cNvPr>
          <p:cNvSpPr txBox="1"/>
          <p:nvPr/>
        </p:nvSpPr>
        <p:spPr>
          <a:xfrm>
            <a:off x="4797608" y="6143961"/>
            <a:ext cx="20473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이행 근거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924A2E9-CAE4-E712-39A7-08AACF5E396D}"/>
              </a:ext>
            </a:extLst>
          </p:cNvPr>
          <p:cNvSpPr txBox="1"/>
          <p:nvPr/>
        </p:nvSpPr>
        <p:spPr>
          <a:xfrm>
            <a:off x="8531983" y="5738793"/>
            <a:ext cx="20473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 이해도 체크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5FD0575-B0AC-09D1-DE8B-411BD61CC38C}"/>
              </a:ext>
            </a:extLst>
          </p:cNvPr>
          <p:cNvSpPr txBox="1"/>
          <p:nvPr/>
        </p:nvSpPr>
        <p:spPr>
          <a:xfrm>
            <a:off x="8256619" y="6148989"/>
            <a:ext cx="20473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이행 근거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8E6AC64-CD53-80A0-DB4A-2ABE1B2EB92F}"/>
              </a:ext>
            </a:extLst>
          </p:cNvPr>
          <p:cNvSpPr txBox="1"/>
          <p:nvPr/>
        </p:nvSpPr>
        <p:spPr>
          <a:xfrm>
            <a:off x="4968578" y="4673913"/>
            <a:ext cx="20473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근속기간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5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개월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B589513-5A91-A40C-A113-789F7A86B67E}"/>
              </a:ext>
            </a:extLst>
          </p:cNvPr>
          <p:cNvSpPr txBox="1"/>
          <p:nvPr/>
        </p:nvSpPr>
        <p:spPr>
          <a:xfrm>
            <a:off x="8428262" y="4667539"/>
            <a:ext cx="20473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근속기간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5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개월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pic>
        <p:nvPicPr>
          <p:cNvPr id="138" name="그래픽 137" descr="아래쪽 캐럿 윤곽선">
            <a:extLst>
              <a:ext uri="{FF2B5EF4-FFF2-40B4-BE49-F238E27FC236}">
                <a16:creationId xmlns:a16="http://schemas.microsoft.com/office/drawing/2014/main" id="{3F5E3082-AC00-C296-F55A-81FF5F9D523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43091" y="2940821"/>
            <a:ext cx="243591" cy="278703"/>
          </a:xfrm>
          <a:prstGeom prst="rect">
            <a:avLst/>
          </a:prstGeom>
        </p:spPr>
      </p:pic>
      <p:pic>
        <p:nvPicPr>
          <p:cNvPr id="139" name="그래픽 138" descr="아래쪽 캐럿 윤곽선">
            <a:extLst>
              <a:ext uri="{FF2B5EF4-FFF2-40B4-BE49-F238E27FC236}">
                <a16:creationId xmlns:a16="http://schemas.microsoft.com/office/drawing/2014/main" id="{7EF58357-E8D6-538B-AD51-5A1376C752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91455" y="2930618"/>
            <a:ext cx="243591" cy="278703"/>
          </a:xfrm>
          <a:prstGeom prst="rect">
            <a:avLst/>
          </a:prstGeom>
        </p:spPr>
      </p:pic>
      <p:pic>
        <p:nvPicPr>
          <p:cNvPr id="140" name="그래픽 139" descr="아래쪽 캐럿 윤곽선">
            <a:extLst>
              <a:ext uri="{FF2B5EF4-FFF2-40B4-BE49-F238E27FC236}">
                <a16:creationId xmlns:a16="http://schemas.microsoft.com/office/drawing/2014/main" id="{45BECD30-A0BF-EC13-6EF5-55238A34A7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225463" y="2901305"/>
            <a:ext cx="243591" cy="278703"/>
          </a:xfrm>
          <a:prstGeom prst="rect">
            <a:avLst/>
          </a:prstGeom>
        </p:spPr>
      </p:pic>
      <p:sp>
        <p:nvSpPr>
          <p:cNvPr id="141" name="순서도: 수행의 시작/종료 140">
            <a:extLst>
              <a:ext uri="{FF2B5EF4-FFF2-40B4-BE49-F238E27FC236}">
                <a16:creationId xmlns:a16="http://schemas.microsoft.com/office/drawing/2014/main" id="{7F432ECC-8C61-BDB5-2514-9123D47C098C}"/>
              </a:ext>
            </a:extLst>
          </p:cNvPr>
          <p:cNvSpPr/>
          <p:nvPr/>
        </p:nvSpPr>
        <p:spPr>
          <a:xfrm>
            <a:off x="3073459" y="4690823"/>
            <a:ext cx="465110" cy="18164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보내기</a:t>
            </a:r>
          </a:p>
        </p:txBody>
      </p:sp>
      <p:sp>
        <p:nvSpPr>
          <p:cNvPr id="142" name="순서도: 수행의 시작/종료 141">
            <a:extLst>
              <a:ext uri="{FF2B5EF4-FFF2-40B4-BE49-F238E27FC236}">
                <a16:creationId xmlns:a16="http://schemas.microsoft.com/office/drawing/2014/main" id="{8450D9C9-217C-EED6-382A-4FE71FC1771A}"/>
              </a:ext>
            </a:extLst>
          </p:cNvPr>
          <p:cNvSpPr/>
          <p:nvPr/>
        </p:nvSpPr>
        <p:spPr>
          <a:xfrm>
            <a:off x="6607057" y="4695870"/>
            <a:ext cx="465110" cy="18164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보내기</a:t>
            </a:r>
          </a:p>
        </p:txBody>
      </p:sp>
      <p:sp>
        <p:nvSpPr>
          <p:cNvPr id="143" name="순서도: 수행의 시작/종료 142">
            <a:extLst>
              <a:ext uri="{FF2B5EF4-FFF2-40B4-BE49-F238E27FC236}">
                <a16:creationId xmlns:a16="http://schemas.microsoft.com/office/drawing/2014/main" id="{18E048C9-AD10-C554-9DB5-2F65AB25E7E9}"/>
              </a:ext>
            </a:extLst>
          </p:cNvPr>
          <p:cNvSpPr/>
          <p:nvPr/>
        </p:nvSpPr>
        <p:spPr>
          <a:xfrm>
            <a:off x="10071052" y="4672593"/>
            <a:ext cx="465110" cy="18164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보내기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E31F7B0-B2F0-7C99-FBE9-522CE9B4B874}"/>
              </a:ext>
            </a:extLst>
          </p:cNvPr>
          <p:cNvSpPr txBox="1"/>
          <p:nvPr/>
        </p:nvSpPr>
        <p:spPr>
          <a:xfrm>
            <a:off x="2536609" y="2965696"/>
            <a:ext cx="14182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객실예약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취소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배정 관리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1571864-20EF-4189-6711-1E40BF41FA22}"/>
              </a:ext>
            </a:extLst>
          </p:cNvPr>
          <p:cNvSpPr txBox="1"/>
          <p:nvPr/>
        </p:nvSpPr>
        <p:spPr>
          <a:xfrm>
            <a:off x="6130974" y="2960943"/>
            <a:ext cx="14182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객실비품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정비상태 관리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D4F9CEB-81C1-470F-0FEF-766C8C5F830F}"/>
              </a:ext>
            </a:extLst>
          </p:cNvPr>
          <p:cNvSpPr txBox="1"/>
          <p:nvPr/>
        </p:nvSpPr>
        <p:spPr>
          <a:xfrm>
            <a:off x="9617332" y="2939717"/>
            <a:ext cx="16298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고객차량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짐운반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습득물 관리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B504A8C-2EF2-7BB0-48C7-CB3ABF86A936}"/>
              </a:ext>
            </a:extLst>
          </p:cNvPr>
          <p:cNvSpPr txBox="1"/>
          <p:nvPr/>
        </p:nvSpPr>
        <p:spPr>
          <a:xfrm>
            <a:off x="10233327" y="4214493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A2CC021-4573-A7A1-57BC-2DB7A0CF9A4A}"/>
              </a:ext>
            </a:extLst>
          </p:cNvPr>
          <p:cNvSpPr txBox="1"/>
          <p:nvPr/>
        </p:nvSpPr>
        <p:spPr>
          <a:xfrm>
            <a:off x="6723912" y="4214493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901F31A-F4F4-4777-0B12-5CC9539B2988}"/>
              </a:ext>
            </a:extLst>
          </p:cNvPr>
          <p:cNvSpPr txBox="1"/>
          <p:nvPr/>
        </p:nvSpPr>
        <p:spPr>
          <a:xfrm>
            <a:off x="3191252" y="4220905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F2F69B2-1F38-31AC-A7E2-35F375C66169}"/>
              </a:ext>
            </a:extLst>
          </p:cNvPr>
          <p:cNvSpPr txBox="1"/>
          <p:nvPr/>
        </p:nvSpPr>
        <p:spPr>
          <a:xfrm>
            <a:off x="471114" y="2675901"/>
            <a:ext cx="1232290" cy="991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 보드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직무카드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업무수행 점검 리스트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점검계획서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보관함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041CE9-0409-6946-72D8-D09B09F12534}"/>
              </a:ext>
            </a:extLst>
          </p:cNvPr>
          <p:cNvSpPr txBox="1"/>
          <p:nvPr/>
        </p:nvSpPr>
        <p:spPr>
          <a:xfrm>
            <a:off x="3042415" y="3699157"/>
            <a:ext cx="6525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+1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22F5F5-8C4D-330B-831E-97545245E4F0}"/>
              </a:ext>
            </a:extLst>
          </p:cNvPr>
          <p:cNvSpPr txBox="1"/>
          <p:nvPr/>
        </p:nvSpPr>
        <p:spPr>
          <a:xfrm>
            <a:off x="6551422" y="3707131"/>
            <a:ext cx="6525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+1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A47603-341B-6CA2-136F-7C41C5BCA957}"/>
              </a:ext>
            </a:extLst>
          </p:cNvPr>
          <p:cNvSpPr txBox="1"/>
          <p:nvPr/>
        </p:nvSpPr>
        <p:spPr>
          <a:xfrm>
            <a:off x="10044300" y="3717074"/>
            <a:ext cx="6525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+1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2DDCCB3-BF17-1303-50A0-173663226012}"/>
              </a:ext>
            </a:extLst>
          </p:cNvPr>
          <p:cNvGrpSpPr/>
          <p:nvPr/>
        </p:nvGrpSpPr>
        <p:grpSpPr>
          <a:xfrm>
            <a:off x="3283618" y="1357721"/>
            <a:ext cx="1537835" cy="300624"/>
            <a:chOff x="1496861" y="1584543"/>
            <a:chExt cx="1590806" cy="300624"/>
          </a:xfrm>
        </p:grpSpPr>
        <p:sp>
          <p:nvSpPr>
            <p:cNvPr id="137" name="사각형: 둥근 모서리 136">
              <a:extLst>
                <a:ext uri="{FF2B5EF4-FFF2-40B4-BE49-F238E27FC236}">
                  <a16:creationId xmlns:a16="http://schemas.microsoft.com/office/drawing/2014/main" id="{56AA517A-9AB3-5350-F17B-F7B697F61C77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46" name="그래픽 145" descr="아래쪽 캐럿 윤곽선">
              <a:extLst>
                <a:ext uri="{FF2B5EF4-FFF2-40B4-BE49-F238E27FC236}">
                  <a16:creationId xmlns:a16="http://schemas.microsoft.com/office/drawing/2014/main" id="{B2844FCF-0FF6-F9A5-41E6-999CEA619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EADE4269-C3B9-ED50-5A8E-23637B61FD66}"/>
              </a:ext>
            </a:extLst>
          </p:cNvPr>
          <p:cNvSpPr txBox="1"/>
          <p:nvPr/>
        </p:nvSpPr>
        <p:spPr>
          <a:xfrm>
            <a:off x="3189673" y="1395031"/>
            <a:ext cx="7947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사업장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4E2A0596-3816-FFE6-8EA4-EA26A7857F19}"/>
              </a:ext>
            </a:extLst>
          </p:cNvPr>
          <p:cNvGrpSpPr/>
          <p:nvPr/>
        </p:nvGrpSpPr>
        <p:grpSpPr>
          <a:xfrm>
            <a:off x="4938208" y="1361990"/>
            <a:ext cx="1537835" cy="300624"/>
            <a:chOff x="1496861" y="1584543"/>
            <a:chExt cx="1590806" cy="300624"/>
          </a:xfrm>
        </p:grpSpPr>
        <p:sp>
          <p:nvSpPr>
            <p:cNvPr id="153" name="사각형: 둥근 모서리 152">
              <a:extLst>
                <a:ext uri="{FF2B5EF4-FFF2-40B4-BE49-F238E27FC236}">
                  <a16:creationId xmlns:a16="http://schemas.microsoft.com/office/drawing/2014/main" id="{52DAF8A4-E1BD-A5D5-1C58-028C8B24B964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54" name="그래픽 153" descr="아래쪽 캐럿 윤곽선">
              <a:extLst>
                <a:ext uri="{FF2B5EF4-FFF2-40B4-BE49-F238E27FC236}">
                  <a16:creationId xmlns:a16="http://schemas.microsoft.com/office/drawing/2014/main" id="{8052A353-7EA6-A0A5-9AA6-56F80C55D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3DDB9577-A881-9BB3-62E6-2633712B4D5E}"/>
              </a:ext>
            </a:extLst>
          </p:cNvPr>
          <p:cNvSpPr txBox="1"/>
          <p:nvPr/>
        </p:nvSpPr>
        <p:spPr>
          <a:xfrm>
            <a:off x="4756581" y="1399300"/>
            <a:ext cx="7947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팀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8B477-5283-CD55-D373-121CC512DC01}"/>
              </a:ext>
            </a:extLst>
          </p:cNvPr>
          <p:cNvSpPr txBox="1"/>
          <p:nvPr/>
        </p:nvSpPr>
        <p:spPr>
          <a:xfrm>
            <a:off x="1694351" y="2076287"/>
            <a:ext cx="1279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객실팀 </a:t>
            </a:r>
          </a:p>
        </p:txBody>
      </p:sp>
    </p:spTree>
    <p:extLst>
      <p:ext uri="{BB962C8B-B14F-4D97-AF65-F5344CB8AC3E}">
        <p14:creationId xmlns:p14="http://schemas.microsoft.com/office/powerpoint/2010/main" val="1723401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30B07D0-56D6-7AA6-D9A3-A0938E9D1D15}"/>
              </a:ext>
            </a:extLst>
          </p:cNvPr>
          <p:cNvSpPr/>
          <p:nvPr/>
        </p:nvSpPr>
        <p:spPr>
          <a:xfrm>
            <a:off x="430661" y="1165719"/>
            <a:ext cx="11330677" cy="55353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D0DC4C-369A-8403-4EB6-FB38243C53AC}"/>
              </a:ext>
            </a:extLst>
          </p:cNvPr>
          <p:cNvSpPr txBox="1"/>
          <p:nvPr/>
        </p:nvSpPr>
        <p:spPr>
          <a:xfrm>
            <a:off x="330521" y="1216617"/>
            <a:ext cx="1278675" cy="39288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ctr" defTabSz="9127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CS MAC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9837C31-6D60-93EF-54DA-81FD2A806CD9}"/>
              </a:ext>
            </a:extLst>
          </p:cNvPr>
          <p:cNvGrpSpPr/>
          <p:nvPr/>
        </p:nvGrpSpPr>
        <p:grpSpPr>
          <a:xfrm>
            <a:off x="548418" y="1774411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A539F55B-7BE7-AF7C-A126-DEE2D4D585DC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2" name="그래픽 11" descr="아래쪽 캐럿 윤곽선">
              <a:extLst>
                <a:ext uri="{FF2B5EF4-FFF2-40B4-BE49-F238E27FC236}">
                  <a16:creationId xmlns:a16="http://schemas.microsoft.com/office/drawing/2014/main" id="{593EE250-5FA4-D5E2-10C7-E10E988D9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959773F-4A2B-B500-39DF-5A6207BCF402}"/>
              </a:ext>
            </a:extLst>
          </p:cNvPr>
          <p:cNvCxnSpPr>
            <a:cxnSpLocks/>
          </p:cNvCxnSpPr>
          <p:nvPr/>
        </p:nvCxnSpPr>
        <p:spPr>
          <a:xfrm>
            <a:off x="1677886" y="1406527"/>
            <a:ext cx="0" cy="5053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1C47149-FB24-914F-C787-7E2A01A446F7}"/>
              </a:ext>
            </a:extLst>
          </p:cNvPr>
          <p:cNvGrpSpPr/>
          <p:nvPr/>
        </p:nvGrpSpPr>
        <p:grpSpPr>
          <a:xfrm>
            <a:off x="548418" y="2262543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01CC6B1-3AD1-4EA9-B492-54A351E53453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6" name="그래픽 15" descr="아래쪽 캐럿 윤곽선">
              <a:extLst>
                <a:ext uri="{FF2B5EF4-FFF2-40B4-BE49-F238E27FC236}">
                  <a16:creationId xmlns:a16="http://schemas.microsoft.com/office/drawing/2014/main" id="{0C58508E-4408-7286-A0A2-A8F2608B3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75293A8-D48C-005F-9964-AE046727C34F}"/>
              </a:ext>
            </a:extLst>
          </p:cNvPr>
          <p:cNvSpPr txBox="1"/>
          <p:nvPr/>
        </p:nvSpPr>
        <p:spPr>
          <a:xfrm>
            <a:off x="279847" y="1802581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PDCA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990141-8452-F900-1405-ABD836825359}"/>
              </a:ext>
            </a:extLst>
          </p:cNvPr>
          <p:cNvSpPr txBox="1"/>
          <p:nvPr/>
        </p:nvSpPr>
        <p:spPr>
          <a:xfrm>
            <a:off x="358968" y="2277311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Do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A74796-5B6C-91F6-F629-258D0B2E5C85}"/>
              </a:ext>
            </a:extLst>
          </p:cNvPr>
          <p:cNvSpPr txBox="1"/>
          <p:nvPr/>
        </p:nvSpPr>
        <p:spPr>
          <a:xfrm>
            <a:off x="498377" y="2751058"/>
            <a:ext cx="1232290" cy="991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 보드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직무카드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업무수행 점검 리스트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점검계획서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보관함</a:t>
            </a:r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E5455046-0877-B02F-7446-995D45774F00}"/>
              </a:ext>
            </a:extLst>
          </p:cNvPr>
          <p:cNvSpPr/>
          <p:nvPr/>
        </p:nvSpPr>
        <p:spPr>
          <a:xfrm>
            <a:off x="629837" y="2359322"/>
            <a:ext cx="94220" cy="103181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AE2B98E-1273-C8F4-9FBB-A27A13E2848D}"/>
              </a:ext>
            </a:extLst>
          </p:cNvPr>
          <p:cNvSpPr/>
          <p:nvPr/>
        </p:nvSpPr>
        <p:spPr>
          <a:xfrm>
            <a:off x="3031058" y="1946322"/>
            <a:ext cx="6781122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래픽 2" descr="돋보기 윤곽선">
            <a:extLst>
              <a:ext uri="{FF2B5EF4-FFF2-40B4-BE49-F238E27FC236}">
                <a16:creationId xmlns:a16="http://schemas.microsoft.com/office/drawing/2014/main" id="{C8E445A9-4767-23E2-F64D-77EA44BD9B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00811" y="1994166"/>
            <a:ext cx="216073" cy="21607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EC3B34B-D7C7-41B3-F76E-3612CF56B218}"/>
              </a:ext>
            </a:extLst>
          </p:cNvPr>
          <p:cNvSpPr txBox="1"/>
          <p:nvPr/>
        </p:nvSpPr>
        <p:spPr>
          <a:xfrm>
            <a:off x="7112079" y="2002778"/>
            <a:ext cx="34278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업무수행 점검 상황을 검색해 보세요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FC921585-0BA9-70DA-D48B-C0EFD1596E9E}"/>
              </a:ext>
            </a:extLst>
          </p:cNvPr>
          <p:cNvGraphicFramePr>
            <a:graphicFrameLocks noGrp="1"/>
          </p:cNvGraphicFramePr>
          <p:nvPr/>
        </p:nvGraphicFramePr>
        <p:xfrm>
          <a:off x="1858069" y="2882270"/>
          <a:ext cx="9738250" cy="2346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3038">
                  <a:extLst>
                    <a:ext uri="{9D8B030D-6E8A-4147-A177-3AD203B41FA5}">
                      <a16:colId xmlns:a16="http://schemas.microsoft.com/office/drawing/2014/main" val="1843536939"/>
                    </a:ext>
                  </a:extLst>
                </a:gridCol>
                <a:gridCol w="830254">
                  <a:extLst>
                    <a:ext uri="{9D8B030D-6E8A-4147-A177-3AD203B41FA5}">
                      <a16:colId xmlns:a16="http://schemas.microsoft.com/office/drawing/2014/main" val="4258193112"/>
                    </a:ext>
                  </a:extLst>
                </a:gridCol>
                <a:gridCol w="709732">
                  <a:extLst>
                    <a:ext uri="{9D8B030D-6E8A-4147-A177-3AD203B41FA5}">
                      <a16:colId xmlns:a16="http://schemas.microsoft.com/office/drawing/2014/main" val="2581910991"/>
                    </a:ext>
                  </a:extLst>
                </a:gridCol>
                <a:gridCol w="802778">
                  <a:extLst>
                    <a:ext uri="{9D8B030D-6E8A-4147-A177-3AD203B41FA5}">
                      <a16:colId xmlns:a16="http://schemas.microsoft.com/office/drawing/2014/main" val="22055716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495075647"/>
                    </a:ext>
                  </a:extLst>
                </a:gridCol>
                <a:gridCol w="1202100">
                  <a:extLst>
                    <a:ext uri="{9D8B030D-6E8A-4147-A177-3AD203B41FA5}">
                      <a16:colId xmlns:a16="http://schemas.microsoft.com/office/drawing/2014/main" val="1155831759"/>
                    </a:ext>
                  </a:extLst>
                </a:gridCol>
                <a:gridCol w="2323370">
                  <a:extLst>
                    <a:ext uri="{9D8B030D-6E8A-4147-A177-3AD203B41FA5}">
                      <a16:colId xmlns:a16="http://schemas.microsoft.com/office/drawing/2014/main" val="125301145"/>
                    </a:ext>
                  </a:extLst>
                </a:gridCol>
                <a:gridCol w="644454">
                  <a:extLst>
                    <a:ext uri="{9D8B030D-6E8A-4147-A177-3AD203B41FA5}">
                      <a16:colId xmlns:a16="http://schemas.microsoft.com/office/drawing/2014/main" val="290461741"/>
                    </a:ext>
                  </a:extLst>
                </a:gridCol>
                <a:gridCol w="635540">
                  <a:extLst>
                    <a:ext uri="{9D8B030D-6E8A-4147-A177-3AD203B41FA5}">
                      <a16:colId xmlns:a16="http://schemas.microsoft.com/office/drawing/2014/main" val="2897544797"/>
                    </a:ext>
                  </a:extLst>
                </a:gridCol>
                <a:gridCol w="428017">
                  <a:extLst>
                    <a:ext uri="{9D8B030D-6E8A-4147-A177-3AD203B41FA5}">
                      <a16:colId xmlns:a16="http://schemas.microsoft.com/office/drawing/2014/main" val="780701075"/>
                    </a:ext>
                  </a:extLst>
                </a:gridCol>
                <a:gridCol w="544567">
                  <a:extLst>
                    <a:ext uri="{9D8B030D-6E8A-4147-A177-3AD203B41FA5}">
                      <a16:colId xmlns:a16="http://schemas.microsoft.com/office/drawing/2014/main" val="3331908942"/>
                    </a:ext>
                  </a:extLst>
                </a:gridCol>
              </a:tblGrid>
              <a:tr h="335280">
                <a:tc rowSpan="2"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A </a:t>
                      </a:r>
                      <a:r>
                        <a:rPr lang="ko-KR" altLang="en-US" sz="800" b="1" dirty="0"/>
                        <a:t>사업장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점검 해야 할 상황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점검 체크리스트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점검 항목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이행근거 </a:t>
                      </a:r>
                      <a:endParaRPr lang="en-US" altLang="ko-KR" sz="800" b="1" dirty="0"/>
                    </a:p>
                    <a:p>
                      <a:pPr algn="ctr" latinLnBrk="1"/>
                      <a:r>
                        <a:rPr lang="ko-KR" altLang="en-US" sz="800" b="1" dirty="0"/>
                        <a:t>요구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검증방법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업무</a:t>
                      </a:r>
                      <a:endParaRPr lang="en-US" altLang="ko-KR" sz="800" b="1" dirty="0"/>
                    </a:p>
                    <a:p>
                      <a:pPr algn="ctr" latinLnBrk="1"/>
                      <a:r>
                        <a:rPr lang="ko-KR" altLang="en-US" sz="800" b="1" dirty="0"/>
                        <a:t>수행자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67122"/>
                  </a:ext>
                </a:extLst>
              </a:tr>
              <a:tr h="335280">
                <a:tc gridSpan="3"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Time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Place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Occasion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884057"/>
                  </a:ext>
                </a:extLst>
              </a:tr>
              <a:tr h="33528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객실팀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인스펙터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객실관리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업무중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인스펙 객실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정비완료 객실 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인스펙 실행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인스펙션 상태를 기록 하였는가</a:t>
                      </a:r>
                      <a:r>
                        <a:rPr lang="en-US" altLang="ko-KR" sz="80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u="sng" dirty="0"/>
                        <a:t>Y/N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sng" dirty="0"/>
                        <a:t>지정</a:t>
                      </a:r>
                      <a:endParaRPr lang="en-US" altLang="ko-KR" sz="800" b="1" u="sng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1328787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컨시어즈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고객관리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업무전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로비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카트 점검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카트 청결 상태를 사전 점검 하였는가</a:t>
                      </a:r>
                      <a:r>
                        <a:rPr lang="en-US" altLang="ko-KR" sz="80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Y/N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지정</a:t>
                      </a:r>
                      <a:endParaRPr kumimoji="0" lang="en-US" altLang="ko-KR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150556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프론트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체크인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업무후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객실등록 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페이지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VIP</a:t>
                      </a:r>
                      <a:r>
                        <a:rPr lang="ko-KR" altLang="en-US" sz="800" dirty="0"/>
                        <a:t> 객실 선배정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인스펙 완료 객실을 확인하고 선배정 하였는가</a:t>
                      </a:r>
                      <a:r>
                        <a:rPr lang="en-US" altLang="ko-KR" sz="80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Y/N</a:t>
                      </a:r>
                      <a:endParaRPr kumimoji="0" lang="en-US" altLang="ko-KR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지정</a:t>
                      </a:r>
                      <a:endParaRPr kumimoji="0" lang="en-US" altLang="ko-KR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294653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린넨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자산관리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업무중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린넨창고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린넨물 폐기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수거업체에게 인계 하였는가</a:t>
                      </a:r>
                      <a:r>
                        <a:rPr lang="en-US" altLang="ko-KR" sz="80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Y/N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육안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지정</a:t>
                      </a:r>
                      <a:endParaRPr kumimoji="0" lang="en-US" altLang="ko-KR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1547752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영업후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세탁실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수량 파악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폐기분과 실재고 오차를 확인 하였는가</a:t>
                      </a:r>
                      <a:r>
                        <a:rPr lang="en-US" altLang="ko-KR" sz="80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Y/N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육안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지정</a:t>
                      </a:r>
                      <a:endParaRPr kumimoji="0" lang="en-US" altLang="ko-KR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948389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7A80EC73-838F-BED8-EAD3-95E6C7276175}"/>
              </a:ext>
            </a:extLst>
          </p:cNvPr>
          <p:cNvSpPr txBox="1"/>
          <p:nvPr/>
        </p:nvSpPr>
        <p:spPr>
          <a:xfrm>
            <a:off x="1666013" y="1517785"/>
            <a:ext cx="2804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객실팀 업무수행 점검리스트 </a:t>
            </a:r>
          </a:p>
        </p:txBody>
      </p: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C8CA52CC-175E-A55A-B023-233B712F2441}"/>
              </a:ext>
            </a:extLst>
          </p:cNvPr>
          <p:cNvSpPr/>
          <p:nvPr/>
        </p:nvSpPr>
        <p:spPr>
          <a:xfrm>
            <a:off x="4431260" y="1530932"/>
            <a:ext cx="789829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수정하기</a:t>
            </a:r>
          </a:p>
        </p:txBody>
      </p:sp>
      <p:sp>
        <p:nvSpPr>
          <p:cNvPr id="25" name="순서도: 수행의 시작/종료 24">
            <a:extLst>
              <a:ext uri="{FF2B5EF4-FFF2-40B4-BE49-F238E27FC236}">
                <a16:creationId xmlns:a16="http://schemas.microsoft.com/office/drawing/2014/main" id="{3559D49E-12AA-0648-FE65-8D3C54407B76}"/>
              </a:ext>
            </a:extLst>
          </p:cNvPr>
          <p:cNvSpPr/>
          <p:nvPr/>
        </p:nvSpPr>
        <p:spPr>
          <a:xfrm>
            <a:off x="5377946" y="1530931"/>
            <a:ext cx="789829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등록하기</a:t>
            </a:r>
          </a:p>
        </p:txBody>
      </p:sp>
      <p:sp>
        <p:nvSpPr>
          <p:cNvPr id="26" name="순서도: 수행의 시작/종료 25">
            <a:extLst>
              <a:ext uri="{FF2B5EF4-FFF2-40B4-BE49-F238E27FC236}">
                <a16:creationId xmlns:a16="http://schemas.microsoft.com/office/drawing/2014/main" id="{93443112-E2A5-122D-CE61-995F54035C6A}"/>
              </a:ext>
            </a:extLst>
          </p:cNvPr>
          <p:cNvSpPr/>
          <p:nvPr/>
        </p:nvSpPr>
        <p:spPr>
          <a:xfrm>
            <a:off x="10834042" y="2563167"/>
            <a:ext cx="789829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미리보기</a:t>
            </a:r>
          </a:p>
        </p:txBody>
      </p:sp>
      <p:sp>
        <p:nvSpPr>
          <p:cNvPr id="27" name="순서도: 수행의 시작/종료 26">
            <a:extLst>
              <a:ext uri="{FF2B5EF4-FFF2-40B4-BE49-F238E27FC236}">
                <a16:creationId xmlns:a16="http://schemas.microsoft.com/office/drawing/2014/main" id="{4949B541-4C59-4506-8546-28E876ECFEAD}"/>
              </a:ext>
            </a:extLst>
          </p:cNvPr>
          <p:cNvSpPr/>
          <p:nvPr/>
        </p:nvSpPr>
        <p:spPr>
          <a:xfrm>
            <a:off x="9436331" y="3637536"/>
            <a:ext cx="477770" cy="17321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선택</a:t>
            </a:r>
          </a:p>
        </p:txBody>
      </p:sp>
      <p:sp>
        <p:nvSpPr>
          <p:cNvPr id="28" name="순서도: 수행의 시작/종료 27">
            <a:extLst>
              <a:ext uri="{FF2B5EF4-FFF2-40B4-BE49-F238E27FC236}">
                <a16:creationId xmlns:a16="http://schemas.microsoft.com/office/drawing/2014/main" id="{CE8D427B-B236-1374-69FB-A011E8BBFD69}"/>
              </a:ext>
            </a:extLst>
          </p:cNvPr>
          <p:cNvSpPr/>
          <p:nvPr/>
        </p:nvSpPr>
        <p:spPr>
          <a:xfrm>
            <a:off x="9436331" y="3969142"/>
            <a:ext cx="477770" cy="17321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선택</a:t>
            </a:r>
          </a:p>
        </p:txBody>
      </p:sp>
      <p:sp>
        <p:nvSpPr>
          <p:cNvPr id="29" name="순서도: 수행의 시작/종료 28">
            <a:extLst>
              <a:ext uri="{FF2B5EF4-FFF2-40B4-BE49-F238E27FC236}">
                <a16:creationId xmlns:a16="http://schemas.microsoft.com/office/drawing/2014/main" id="{6246D792-A7FE-AB54-9577-1CD154B650D8}"/>
              </a:ext>
            </a:extLst>
          </p:cNvPr>
          <p:cNvSpPr/>
          <p:nvPr/>
        </p:nvSpPr>
        <p:spPr>
          <a:xfrm>
            <a:off x="9436331" y="4319183"/>
            <a:ext cx="477770" cy="17321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선택</a:t>
            </a:r>
          </a:p>
        </p:txBody>
      </p:sp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698FA633-3F3A-D05B-2037-CFA1388C5666}"/>
              </a:ext>
            </a:extLst>
          </p:cNvPr>
          <p:cNvSpPr/>
          <p:nvPr/>
        </p:nvSpPr>
        <p:spPr>
          <a:xfrm>
            <a:off x="9436331" y="4650789"/>
            <a:ext cx="477770" cy="17321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선택</a:t>
            </a:r>
          </a:p>
        </p:txBody>
      </p:sp>
      <p:sp>
        <p:nvSpPr>
          <p:cNvPr id="31" name="순서도: 수행의 시작/종료 30">
            <a:extLst>
              <a:ext uri="{FF2B5EF4-FFF2-40B4-BE49-F238E27FC236}">
                <a16:creationId xmlns:a16="http://schemas.microsoft.com/office/drawing/2014/main" id="{0A368200-BA8B-35A3-2BCC-0CE81F49D357}"/>
              </a:ext>
            </a:extLst>
          </p:cNvPr>
          <p:cNvSpPr/>
          <p:nvPr/>
        </p:nvSpPr>
        <p:spPr>
          <a:xfrm>
            <a:off x="9436331" y="4982395"/>
            <a:ext cx="477770" cy="17321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선택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04C29E5-5EFC-AFEE-C662-FD61835202C9}"/>
              </a:ext>
            </a:extLst>
          </p:cNvPr>
          <p:cNvSpPr/>
          <p:nvPr/>
        </p:nvSpPr>
        <p:spPr>
          <a:xfrm>
            <a:off x="6431514" y="5341137"/>
            <a:ext cx="2896437" cy="121797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8908C9-61F9-9A9B-E459-0F067AA23356}"/>
              </a:ext>
            </a:extLst>
          </p:cNvPr>
          <p:cNvSpPr txBox="1"/>
          <p:nvPr/>
        </p:nvSpPr>
        <p:spPr>
          <a:xfrm>
            <a:off x="6504116" y="5300693"/>
            <a:ext cx="1626454" cy="1114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업무수행 점검 항목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냉장고 내부 습득물 유무 상태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미니바 세팅 상태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화장실 변기 청결 상태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289FC16-DC3C-6BCC-D9B6-A82A15E1A55A}"/>
              </a:ext>
            </a:extLst>
          </p:cNvPr>
          <p:cNvSpPr/>
          <p:nvPr/>
        </p:nvSpPr>
        <p:spPr>
          <a:xfrm>
            <a:off x="9022225" y="5751844"/>
            <a:ext cx="145326" cy="10634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0B32DFD-9710-5ED2-F4D5-8AFDE6348A5F}"/>
              </a:ext>
            </a:extLst>
          </p:cNvPr>
          <p:cNvSpPr/>
          <p:nvPr/>
        </p:nvSpPr>
        <p:spPr>
          <a:xfrm>
            <a:off x="9022225" y="6016070"/>
            <a:ext cx="145326" cy="10634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FE4862D-14FF-4416-E0C8-705D206E95A5}"/>
              </a:ext>
            </a:extLst>
          </p:cNvPr>
          <p:cNvSpPr/>
          <p:nvPr/>
        </p:nvSpPr>
        <p:spPr>
          <a:xfrm>
            <a:off x="9022225" y="6261973"/>
            <a:ext cx="145326" cy="10634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순서도: 수행의 시작/종료 37">
            <a:extLst>
              <a:ext uri="{FF2B5EF4-FFF2-40B4-BE49-F238E27FC236}">
                <a16:creationId xmlns:a16="http://schemas.microsoft.com/office/drawing/2014/main" id="{2E2D4270-9B27-0889-B4BB-92BD1ED5A0BB}"/>
              </a:ext>
            </a:extLst>
          </p:cNvPr>
          <p:cNvSpPr/>
          <p:nvPr/>
        </p:nvSpPr>
        <p:spPr>
          <a:xfrm>
            <a:off x="8836753" y="5451511"/>
            <a:ext cx="406789" cy="16088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저장</a:t>
            </a:r>
          </a:p>
        </p:txBody>
      </p:sp>
      <p:sp>
        <p:nvSpPr>
          <p:cNvPr id="39" name="순서도: 수행의 시작/종료 38">
            <a:extLst>
              <a:ext uri="{FF2B5EF4-FFF2-40B4-BE49-F238E27FC236}">
                <a16:creationId xmlns:a16="http://schemas.microsoft.com/office/drawing/2014/main" id="{7BF4102B-0FD9-78F6-B8AA-80AB128CC9CD}"/>
              </a:ext>
            </a:extLst>
          </p:cNvPr>
          <p:cNvSpPr/>
          <p:nvPr/>
        </p:nvSpPr>
        <p:spPr>
          <a:xfrm>
            <a:off x="8016141" y="5735147"/>
            <a:ext cx="953892" cy="157017"/>
          </a:xfrm>
          <a:prstGeom prst="flowChartTermina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 이미지 미존재 </a:t>
            </a:r>
          </a:p>
        </p:txBody>
      </p:sp>
      <p:sp>
        <p:nvSpPr>
          <p:cNvPr id="40" name="순서도: 수행의 시작/종료 39">
            <a:extLst>
              <a:ext uri="{FF2B5EF4-FFF2-40B4-BE49-F238E27FC236}">
                <a16:creationId xmlns:a16="http://schemas.microsoft.com/office/drawing/2014/main" id="{C414804E-A36D-397E-5D7C-BC235BD7B9E8}"/>
              </a:ext>
            </a:extLst>
          </p:cNvPr>
          <p:cNvSpPr/>
          <p:nvPr/>
        </p:nvSpPr>
        <p:spPr>
          <a:xfrm>
            <a:off x="8016142" y="6005327"/>
            <a:ext cx="953891" cy="136547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 이미지 존재</a:t>
            </a:r>
          </a:p>
        </p:txBody>
      </p:sp>
      <p:sp>
        <p:nvSpPr>
          <p:cNvPr id="41" name="순서도: 수행의 시작/종료 40">
            <a:extLst>
              <a:ext uri="{FF2B5EF4-FFF2-40B4-BE49-F238E27FC236}">
                <a16:creationId xmlns:a16="http://schemas.microsoft.com/office/drawing/2014/main" id="{77722B13-009B-D4C6-25D6-35A98430BEDB}"/>
              </a:ext>
            </a:extLst>
          </p:cNvPr>
          <p:cNvSpPr/>
          <p:nvPr/>
        </p:nvSpPr>
        <p:spPr>
          <a:xfrm>
            <a:off x="8016143" y="6262634"/>
            <a:ext cx="953890" cy="130981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 이미지 존재 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F28D6BA-3FEE-AF2F-1A8F-555B7DFE0447}"/>
              </a:ext>
            </a:extLst>
          </p:cNvPr>
          <p:cNvSpPr/>
          <p:nvPr/>
        </p:nvSpPr>
        <p:spPr>
          <a:xfrm>
            <a:off x="6557615" y="2315899"/>
            <a:ext cx="1015267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마감업무  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ⓧ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B0CB69F-BD74-A3C9-4D7B-DC7B8725684F}"/>
              </a:ext>
            </a:extLst>
          </p:cNvPr>
          <p:cNvSpPr/>
          <p:nvPr/>
        </p:nvSpPr>
        <p:spPr>
          <a:xfrm>
            <a:off x="7633035" y="2318409"/>
            <a:ext cx="1015267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인스펙션  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ⓧ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8004BB9-593C-6728-146F-FC141C3CD986}"/>
              </a:ext>
            </a:extLst>
          </p:cNvPr>
          <p:cNvSpPr/>
          <p:nvPr/>
        </p:nvSpPr>
        <p:spPr>
          <a:xfrm>
            <a:off x="8698372" y="2307842"/>
            <a:ext cx="1129060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린넨물 관리  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ⓧ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F1C6E55-9BD3-CE81-71BD-DFF0DF13CBF2}"/>
              </a:ext>
            </a:extLst>
          </p:cNvPr>
          <p:cNvSpPr/>
          <p:nvPr/>
        </p:nvSpPr>
        <p:spPr>
          <a:xfrm>
            <a:off x="872336" y="-443817"/>
            <a:ext cx="10590877" cy="1501451"/>
          </a:xfrm>
          <a:prstGeom prst="rect">
            <a:avLst/>
          </a:prstGeom>
          <a:solidFill>
            <a:schemeClr val="bg1">
              <a:lumMod val="95000"/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935" tIns="35935" rIns="35935" bIns="35935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Do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표준화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된 상황별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TPO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업무지시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공유하게 하면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암묵지 → 명시지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관리자 역량 편차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줄일 수 있다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8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E89B7A1-48F5-81CD-63FE-784F3C50672A}"/>
              </a:ext>
            </a:extLst>
          </p:cNvPr>
          <p:cNvSpPr/>
          <p:nvPr/>
        </p:nvSpPr>
        <p:spPr>
          <a:xfrm>
            <a:off x="430661" y="1197035"/>
            <a:ext cx="11330677" cy="55353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633DA4-0068-0BA4-BBC7-00D8F1A9A1AD}"/>
              </a:ext>
            </a:extLst>
          </p:cNvPr>
          <p:cNvSpPr txBox="1"/>
          <p:nvPr/>
        </p:nvSpPr>
        <p:spPr>
          <a:xfrm>
            <a:off x="303258" y="1247933"/>
            <a:ext cx="1278675" cy="39288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ctr" defTabSz="9127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CS MAC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02BE0D1-F923-A6DC-5193-96CDC1C945CA}"/>
              </a:ext>
            </a:extLst>
          </p:cNvPr>
          <p:cNvGrpSpPr/>
          <p:nvPr/>
        </p:nvGrpSpPr>
        <p:grpSpPr>
          <a:xfrm>
            <a:off x="521155" y="1805727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9CF06F88-CE50-A1ED-EAE9-DA34F8B1769F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2" name="그래픽 11" descr="아래쪽 캐럿 윤곽선">
              <a:extLst>
                <a:ext uri="{FF2B5EF4-FFF2-40B4-BE49-F238E27FC236}">
                  <a16:creationId xmlns:a16="http://schemas.microsoft.com/office/drawing/2014/main" id="{114A1972-A474-0066-1ABC-6BACF9F95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DD9964-F5D8-F786-B273-17C35C5FCCA5}"/>
              </a:ext>
            </a:extLst>
          </p:cNvPr>
          <p:cNvCxnSpPr>
            <a:cxnSpLocks/>
          </p:cNvCxnSpPr>
          <p:nvPr/>
        </p:nvCxnSpPr>
        <p:spPr>
          <a:xfrm>
            <a:off x="1650623" y="1437843"/>
            <a:ext cx="0" cy="5053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C59DBF6-11DE-7AFA-194C-95DD582DC290}"/>
              </a:ext>
            </a:extLst>
          </p:cNvPr>
          <p:cNvGrpSpPr/>
          <p:nvPr/>
        </p:nvGrpSpPr>
        <p:grpSpPr>
          <a:xfrm>
            <a:off x="521155" y="2293859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F30A161-384B-1A0F-4312-3EBE905C3DA6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6" name="그래픽 15" descr="아래쪽 캐럿 윤곽선">
              <a:extLst>
                <a:ext uri="{FF2B5EF4-FFF2-40B4-BE49-F238E27FC236}">
                  <a16:creationId xmlns:a16="http://schemas.microsoft.com/office/drawing/2014/main" id="{99532357-758D-14BC-07F0-0B78DAE3A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140F670-81E9-AC00-4908-493B3D20D19A}"/>
              </a:ext>
            </a:extLst>
          </p:cNvPr>
          <p:cNvSpPr txBox="1"/>
          <p:nvPr/>
        </p:nvSpPr>
        <p:spPr>
          <a:xfrm>
            <a:off x="252584" y="1833897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PDCA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BD237D-8FE7-0763-B361-5B700136CB74}"/>
              </a:ext>
            </a:extLst>
          </p:cNvPr>
          <p:cNvSpPr txBox="1"/>
          <p:nvPr/>
        </p:nvSpPr>
        <p:spPr>
          <a:xfrm>
            <a:off x="331705" y="2308627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Do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572A48-5377-9BD7-B2AF-8281945321DF}"/>
              </a:ext>
            </a:extLst>
          </p:cNvPr>
          <p:cNvSpPr txBox="1"/>
          <p:nvPr/>
        </p:nvSpPr>
        <p:spPr>
          <a:xfrm>
            <a:off x="471114" y="2782374"/>
            <a:ext cx="1232290" cy="991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 보드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직무카드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업무수행 점검 리스트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점검계획서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보관함</a:t>
            </a:r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2C2B344F-E428-246D-7872-6234D515B7B5}"/>
              </a:ext>
            </a:extLst>
          </p:cNvPr>
          <p:cNvSpPr/>
          <p:nvPr/>
        </p:nvSpPr>
        <p:spPr>
          <a:xfrm>
            <a:off x="602574" y="2390638"/>
            <a:ext cx="94220" cy="103181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607DD-63CA-776F-EE32-1E9A2DF33CCC}"/>
              </a:ext>
            </a:extLst>
          </p:cNvPr>
          <p:cNvSpPr txBox="1"/>
          <p:nvPr/>
        </p:nvSpPr>
        <p:spPr>
          <a:xfrm>
            <a:off x="1466675" y="1703077"/>
            <a:ext cx="3345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객실팀 업무수행 점검계획서 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CACA1E67-353D-4FD6-D4D7-89E2DE75896A}"/>
              </a:ext>
            </a:extLst>
          </p:cNvPr>
          <p:cNvSpPr/>
          <p:nvPr/>
        </p:nvSpPr>
        <p:spPr>
          <a:xfrm>
            <a:off x="1903533" y="2214055"/>
            <a:ext cx="4659387" cy="171855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순서도: 연결자 37">
            <a:extLst>
              <a:ext uri="{FF2B5EF4-FFF2-40B4-BE49-F238E27FC236}">
                <a16:creationId xmlns:a16="http://schemas.microsoft.com/office/drawing/2014/main" id="{159D0B0F-C855-EA8A-BE03-AFBE71494820}"/>
              </a:ext>
            </a:extLst>
          </p:cNvPr>
          <p:cNvSpPr/>
          <p:nvPr/>
        </p:nvSpPr>
        <p:spPr>
          <a:xfrm>
            <a:off x="2116184" y="3048022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9" name="그래픽 38" descr="남자 옆모습 윤곽선">
            <a:extLst>
              <a:ext uri="{FF2B5EF4-FFF2-40B4-BE49-F238E27FC236}">
                <a16:creationId xmlns:a16="http://schemas.microsoft.com/office/drawing/2014/main" id="{E9170A50-BF45-C6B3-D63B-75216AEC86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49219" y="3060002"/>
            <a:ext cx="378912" cy="378912"/>
          </a:xfrm>
          <a:prstGeom prst="rect">
            <a:avLst/>
          </a:prstGeom>
        </p:spPr>
      </p:pic>
      <p:sp>
        <p:nvSpPr>
          <p:cNvPr id="40" name="순서도: 연결자 39">
            <a:extLst>
              <a:ext uri="{FF2B5EF4-FFF2-40B4-BE49-F238E27FC236}">
                <a16:creationId xmlns:a16="http://schemas.microsoft.com/office/drawing/2014/main" id="{A91A3675-0C4F-6EE9-F96C-21E8D48524AA}"/>
              </a:ext>
            </a:extLst>
          </p:cNvPr>
          <p:cNvSpPr/>
          <p:nvPr/>
        </p:nvSpPr>
        <p:spPr>
          <a:xfrm>
            <a:off x="2829326" y="3048022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1" name="그래픽 40" descr="남자 옆모습 윤곽선">
            <a:extLst>
              <a:ext uri="{FF2B5EF4-FFF2-40B4-BE49-F238E27FC236}">
                <a16:creationId xmlns:a16="http://schemas.microsoft.com/office/drawing/2014/main" id="{4ED7CDEA-1B16-710E-0AB4-684B1CE675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2361" y="3060002"/>
            <a:ext cx="378912" cy="378912"/>
          </a:xfrm>
          <a:prstGeom prst="rect">
            <a:avLst/>
          </a:prstGeom>
        </p:spPr>
      </p:pic>
      <p:sp>
        <p:nvSpPr>
          <p:cNvPr id="42" name="순서도: 연결자 41">
            <a:extLst>
              <a:ext uri="{FF2B5EF4-FFF2-40B4-BE49-F238E27FC236}">
                <a16:creationId xmlns:a16="http://schemas.microsoft.com/office/drawing/2014/main" id="{114F105E-A113-50C2-CF1F-6816614C0E55}"/>
              </a:ext>
            </a:extLst>
          </p:cNvPr>
          <p:cNvSpPr/>
          <p:nvPr/>
        </p:nvSpPr>
        <p:spPr>
          <a:xfrm>
            <a:off x="3542468" y="3048022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3" name="그래픽 42" descr="남자 옆모습 윤곽선">
            <a:extLst>
              <a:ext uri="{FF2B5EF4-FFF2-40B4-BE49-F238E27FC236}">
                <a16:creationId xmlns:a16="http://schemas.microsoft.com/office/drawing/2014/main" id="{156B6630-AAC5-355A-B489-ACE23CE322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75503" y="3060002"/>
            <a:ext cx="378912" cy="378912"/>
          </a:xfrm>
          <a:prstGeom prst="rect">
            <a:avLst/>
          </a:prstGeom>
        </p:spPr>
      </p:pic>
      <p:sp>
        <p:nvSpPr>
          <p:cNvPr id="44" name="순서도: 연결자 43">
            <a:extLst>
              <a:ext uri="{FF2B5EF4-FFF2-40B4-BE49-F238E27FC236}">
                <a16:creationId xmlns:a16="http://schemas.microsoft.com/office/drawing/2014/main" id="{6BA0CBAF-1FD9-3734-F8BE-AEC826A903F9}"/>
              </a:ext>
            </a:extLst>
          </p:cNvPr>
          <p:cNvSpPr/>
          <p:nvPr/>
        </p:nvSpPr>
        <p:spPr>
          <a:xfrm>
            <a:off x="4255610" y="3048022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순서도: 연결자 44">
            <a:extLst>
              <a:ext uri="{FF2B5EF4-FFF2-40B4-BE49-F238E27FC236}">
                <a16:creationId xmlns:a16="http://schemas.microsoft.com/office/drawing/2014/main" id="{B4BDFE5C-D59B-A04B-148E-F4C166D1B321}"/>
              </a:ext>
            </a:extLst>
          </p:cNvPr>
          <p:cNvSpPr/>
          <p:nvPr/>
        </p:nvSpPr>
        <p:spPr>
          <a:xfrm>
            <a:off x="4968752" y="3048022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순서도: 연결자 45">
            <a:extLst>
              <a:ext uri="{FF2B5EF4-FFF2-40B4-BE49-F238E27FC236}">
                <a16:creationId xmlns:a16="http://schemas.microsoft.com/office/drawing/2014/main" id="{995E1512-7E7C-7850-6F99-D3684CDFAC94}"/>
              </a:ext>
            </a:extLst>
          </p:cNvPr>
          <p:cNvSpPr/>
          <p:nvPr/>
        </p:nvSpPr>
        <p:spPr>
          <a:xfrm>
            <a:off x="5681894" y="3048022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154BEF-956B-A101-77CA-A72833B687A5}"/>
              </a:ext>
            </a:extLst>
          </p:cNvPr>
          <p:cNvSpPr txBox="1"/>
          <p:nvPr/>
        </p:nvSpPr>
        <p:spPr>
          <a:xfrm>
            <a:off x="2469192" y="3550885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 </a:t>
            </a:r>
            <a:r>
              <a:rPr kumimoji="0" lang="ko-KR" altLang="en-US" sz="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김철수</a:t>
            </a:r>
            <a:endParaRPr kumimoji="0" lang="en-US" altLang="ko-KR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36EDBA-F543-D39D-CCB4-26C07BC88D8A}"/>
              </a:ext>
            </a:extLst>
          </p:cNvPr>
          <p:cNvSpPr txBox="1"/>
          <p:nvPr/>
        </p:nvSpPr>
        <p:spPr>
          <a:xfrm>
            <a:off x="3186555" y="3538359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</a:t>
            </a:r>
            <a:r>
              <a:rPr kumimoji="0" lang="ko-KR" altLang="en-US" sz="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홍길동</a:t>
            </a:r>
            <a:endParaRPr kumimoji="0" lang="en-US" altLang="ko-KR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F6FEF5-DBE5-EADF-79DB-63DE4B2A4812}"/>
              </a:ext>
            </a:extLst>
          </p:cNvPr>
          <p:cNvSpPr txBox="1"/>
          <p:nvPr/>
        </p:nvSpPr>
        <p:spPr>
          <a:xfrm>
            <a:off x="3921135" y="3539784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휴무자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D1C66C-873E-B45A-2FC3-DA242F92EBDC}"/>
              </a:ext>
            </a:extLst>
          </p:cNvPr>
          <p:cNvSpPr txBox="1"/>
          <p:nvPr/>
        </p:nvSpPr>
        <p:spPr>
          <a:xfrm>
            <a:off x="4605504" y="3543710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 </a:t>
            </a:r>
            <a:r>
              <a:rPr kumimoji="0" lang="ko-KR" altLang="en-US" sz="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김영희</a:t>
            </a:r>
            <a:endParaRPr kumimoji="0" lang="en-US" altLang="ko-KR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33222D-5912-51EB-377A-8712A1D64181}"/>
              </a:ext>
            </a:extLst>
          </p:cNvPr>
          <p:cNvSpPr txBox="1"/>
          <p:nvPr/>
        </p:nvSpPr>
        <p:spPr>
          <a:xfrm>
            <a:off x="5347419" y="3542634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 </a:t>
            </a:r>
            <a:r>
              <a:rPr kumimoji="0" lang="ko-KR" altLang="en-US" sz="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김길자</a:t>
            </a:r>
            <a:endParaRPr kumimoji="0" lang="en-US" altLang="ko-KR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3" name="그래픽 52" descr="남성 사무직 근로자 윤곽선">
            <a:extLst>
              <a:ext uri="{FF2B5EF4-FFF2-40B4-BE49-F238E27FC236}">
                <a16:creationId xmlns:a16="http://schemas.microsoft.com/office/drawing/2014/main" id="{02C576BD-4719-C3F9-EDAF-B834DF8E2C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86680" y="3073331"/>
            <a:ext cx="391356" cy="391356"/>
          </a:xfrm>
          <a:prstGeom prst="rect">
            <a:avLst/>
          </a:prstGeom>
        </p:spPr>
      </p:pic>
      <p:pic>
        <p:nvPicPr>
          <p:cNvPr id="54" name="그래픽 53" descr="남성 사무직 근로자 윤곽선">
            <a:extLst>
              <a:ext uri="{FF2B5EF4-FFF2-40B4-BE49-F238E27FC236}">
                <a16:creationId xmlns:a16="http://schemas.microsoft.com/office/drawing/2014/main" id="{562CF7BC-9213-FF71-59F1-9BA0BB6480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95565" y="3066039"/>
            <a:ext cx="391356" cy="391356"/>
          </a:xfrm>
          <a:prstGeom prst="rect">
            <a:avLst/>
          </a:prstGeom>
        </p:spPr>
      </p:pic>
      <p:pic>
        <p:nvPicPr>
          <p:cNvPr id="55" name="그래픽 54" descr="남성 사무직 근로자 윤곽선">
            <a:extLst>
              <a:ext uri="{FF2B5EF4-FFF2-40B4-BE49-F238E27FC236}">
                <a16:creationId xmlns:a16="http://schemas.microsoft.com/office/drawing/2014/main" id="{A1EA1C75-7FBB-3934-B9FD-5F13D6846B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04450" y="3058747"/>
            <a:ext cx="391356" cy="391356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04D21571-5A90-F0AD-D9BB-539FEF200575}"/>
              </a:ext>
            </a:extLst>
          </p:cNvPr>
          <p:cNvSpPr txBox="1"/>
          <p:nvPr/>
        </p:nvSpPr>
        <p:spPr>
          <a:xfrm>
            <a:off x="1784823" y="3550885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 </a:t>
            </a:r>
            <a:r>
              <a:rPr kumimoji="0" lang="ko-KR" altLang="en-US" sz="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박더획</a:t>
            </a:r>
            <a:endParaRPr kumimoji="0" lang="en-US" altLang="ko-KR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52231AF-51CA-6326-A9D3-A5500D3210D3}"/>
              </a:ext>
            </a:extLst>
          </p:cNvPr>
          <p:cNvSpPr txBox="1"/>
          <p:nvPr/>
        </p:nvSpPr>
        <p:spPr>
          <a:xfrm>
            <a:off x="1913510" y="2301534"/>
            <a:ext cx="1113932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프론트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교대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4" name="그래픽 63" descr="사용자 단색으로 채워진">
            <a:extLst>
              <a:ext uri="{FF2B5EF4-FFF2-40B4-BE49-F238E27FC236}">
                <a16:creationId xmlns:a16="http://schemas.microsoft.com/office/drawing/2014/main" id="{6B45589B-8263-BE74-0F95-198A536F73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49806" y="2343306"/>
            <a:ext cx="278704" cy="278704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DACE08BD-36B2-5E53-3357-01C50237D882}"/>
              </a:ext>
            </a:extLst>
          </p:cNvPr>
          <p:cNvSpPr txBox="1"/>
          <p:nvPr/>
        </p:nvSpPr>
        <p:spPr>
          <a:xfrm>
            <a:off x="3098149" y="2367980"/>
            <a:ext cx="352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6" name="순서도: 연결자 65">
            <a:extLst>
              <a:ext uri="{FF2B5EF4-FFF2-40B4-BE49-F238E27FC236}">
                <a16:creationId xmlns:a16="http://schemas.microsoft.com/office/drawing/2014/main" id="{84524A62-9798-FF38-FB01-CAC4189E57CE}"/>
              </a:ext>
            </a:extLst>
          </p:cNvPr>
          <p:cNvSpPr/>
          <p:nvPr/>
        </p:nvSpPr>
        <p:spPr>
          <a:xfrm>
            <a:off x="3486782" y="2447724"/>
            <a:ext cx="94220" cy="103181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2E7456B-243B-B979-965B-CB4E78683D87}"/>
              </a:ext>
            </a:extLst>
          </p:cNvPr>
          <p:cNvSpPr txBox="1"/>
          <p:nvPr/>
        </p:nvSpPr>
        <p:spPr>
          <a:xfrm>
            <a:off x="3533892" y="2394812"/>
            <a:ext cx="97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근무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00~00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</a:t>
            </a:r>
          </a:p>
        </p:txBody>
      </p:sp>
      <p:sp>
        <p:nvSpPr>
          <p:cNvPr id="68" name="순서도: 연결자 67">
            <a:extLst>
              <a:ext uri="{FF2B5EF4-FFF2-40B4-BE49-F238E27FC236}">
                <a16:creationId xmlns:a16="http://schemas.microsoft.com/office/drawing/2014/main" id="{64780AD5-D8B2-CEA8-F5B8-C30858D4915D}"/>
              </a:ext>
            </a:extLst>
          </p:cNvPr>
          <p:cNvSpPr/>
          <p:nvPr/>
        </p:nvSpPr>
        <p:spPr>
          <a:xfrm>
            <a:off x="4461817" y="2446299"/>
            <a:ext cx="94220" cy="103181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4F695F5-61BF-9792-EF9F-555CE9932D26}"/>
              </a:ext>
            </a:extLst>
          </p:cNvPr>
          <p:cNvSpPr txBox="1"/>
          <p:nvPr/>
        </p:nvSpPr>
        <p:spPr>
          <a:xfrm>
            <a:off x="4508927" y="2393387"/>
            <a:ext cx="97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근무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00~00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</a:t>
            </a:r>
          </a:p>
        </p:txBody>
      </p:sp>
      <p:sp>
        <p:nvSpPr>
          <p:cNvPr id="70" name="순서도: 연결자 69">
            <a:extLst>
              <a:ext uri="{FF2B5EF4-FFF2-40B4-BE49-F238E27FC236}">
                <a16:creationId xmlns:a16="http://schemas.microsoft.com/office/drawing/2014/main" id="{3BFA4AE7-190F-BFB6-6332-BD7B804EA3C3}"/>
              </a:ext>
            </a:extLst>
          </p:cNvPr>
          <p:cNvSpPr/>
          <p:nvPr/>
        </p:nvSpPr>
        <p:spPr>
          <a:xfrm>
            <a:off x="5436852" y="2444874"/>
            <a:ext cx="94220" cy="103181"/>
          </a:xfrm>
          <a:prstGeom prst="flowChartConnector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5401B02-2879-AFC9-4717-65D06FBA4BF5}"/>
              </a:ext>
            </a:extLst>
          </p:cNvPr>
          <p:cNvSpPr txBox="1"/>
          <p:nvPr/>
        </p:nvSpPr>
        <p:spPr>
          <a:xfrm>
            <a:off x="5483962" y="2391962"/>
            <a:ext cx="97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근무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00~00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8A842F85-5A83-AE2E-27D1-133A609738A4}"/>
              </a:ext>
            </a:extLst>
          </p:cNvPr>
          <p:cNvSpPr/>
          <p:nvPr/>
        </p:nvSpPr>
        <p:spPr>
          <a:xfrm>
            <a:off x="6800340" y="2214055"/>
            <a:ext cx="4659387" cy="171855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3" name="순서도: 연결자 72">
            <a:extLst>
              <a:ext uri="{FF2B5EF4-FFF2-40B4-BE49-F238E27FC236}">
                <a16:creationId xmlns:a16="http://schemas.microsoft.com/office/drawing/2014/main" id="{270AB680-BA15-AE15-B576-626FD9A47488}"/>
              </a:ext>
            </a:extLst>
          </p:cNvPr>
          <p:cNvSpPr/>
          <p:nvPr/>
        </p:nvSpPr>
        <p:spPr>
          <a:xfrm>
            <a:off x="7835205" y="3089958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4" name="그래픽 73" descr="남자 옆모습 윤곽선">
            <a:extLst>
              <a:ext uri="{FF2B5EF4-FFF2-40B4-BE49-F238E27FC236}">
                <a16:creationId xmlns:a16="http://schemas.microsoft.com/office/drawing/2014/main" id="{3611E2F6-51DB-83B6-2A14-C9076AD81E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8240" y="3101938"/>
            <a:ext cx="378912" cy="378912"/>
          </a:xfrm>
          <a:prstGeom prst="rect">
            <a:avLst/>
          </a:prstGeom>
        </p:spPr>
      </p:pic>
      <p:sp>
        <p:nvSpPr>
          <p:cNvPr id="75" name="순서도: 연결자 74">
            <a:extLst>
              <a:ext uri="{FF2B5EF4-FFF2-40B4-BE49-F238E27FC236}">
                <a16:creationId xmlns:a16="http://schemas.microsoft.com/office/drawing/2014/main" id="{E6567252-4AB6-723D-10D5-C27BD264F02B}"/>
              </a:ext>
            </a:extLst>
          </p:cNvPr>
          <p:cNvSpPr/>
          <p:nvPr/>
        </p:nvSpPr>
        <p:spPr>
          <a:xfrm>
            <a:off x="8548347" y="3089958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6" name="그래픽 75" descr="남자 옆모습 윤곽선">
            <a:extLst>
              <a:ext uri="{FF2B5EF4-FFF2-40B4-BE49-F238E27FC236}">
                <a16:creationId xmlns:a16="http://schemas.microsoft.com/office/drawing/2014/main" id="{7EFB4C76-7303-5747-BF2B-9B36406333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81382" y="3101938"/>
            <a:ext cx="378912" cy="378912"/>
          </a:xfrm>
          <a:prstGeom prst="rect">
            <a:avLst/>
          </a:prstGeom>
        </p:spPr>
      </p:pic>
      <p:sp>
        <p:nvSpPr>
          <p:cNvPr id="77" name="순서도: 연결자 76">
            <a:extLst>
              <a:ext uri="{FF2B5EF4-FFF2-40B4-BE49-F238E27FC236}">
                <a16:creationId xmlns:a16="http://schemas.microsoft.com/office/drawing/2014/main" id="{049CF376-E3CC-7BC0-8597-54F0DF608B9E}"/>
              </a:ext>
            </a:extLst>
          </p:cNvPr>
          <p:cNvSpPr/>
          <p:nvPr/>
        </p:nvSpPr>
        <p:spPr>
          <a:xfrm>
            <a:off x="9261489" y="3089958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8" name="그래픽 77" descr="남자 옆모습 윤곽선">
            <a:extLst>
              <a:ext uri="{FF2B5EF4-FFF2-40B4-BE49-F238E27FC236}">
                <a16:creationId xmlns:a16="http://schemas.microsoft.com/office/drawing/2014/main" id="{BDC74F45-5D0F-CC91-C72C-0EEF891A15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94524" y="3101938"/>
            <a:ext cx="378912" cy="378912"/>
          </a:xfrm>
          <a:prstGeom prst="rect">
            <a:avLst/>
          </a:prstGeom>
        </p:spPr>
      </p:pic>
      <p:sp>
        <p:nvSpPr>
          <p:cNvPr id="79" name="순서도: 연결자 78">
            <a:extLst>
              <a:ext uri="{FF2B5EF4-FFF2-40B4-BE49-F238E27FC236}">
                <a16:creationId xmlns:a16="http://schemas.microsoft.com/office/drawing/2014/main" id="{58D848B3-EE34-B5D8-0DA9-9F0BB19C8052}"/>
              </a:ext>
            </a:extLst>
          </p:cNvPr>
          <p:cNvSpPr/>
          <p:nvPr/>
        </p:nvSpPr>
        <p:spPr>
          <a:xfrm>
            <a:off x="9974631" y="3089958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10C7FCE-8E6A-DD8F-4BF9-40B40DE1A2C3}"/>
              </a:ext>
            </a:extLst>
          </p:cNvPr>
          <p:cNvSpPr txBox="1"/>
          <p:nvPr/>
        </p:nvSpPr>
        <p:spPr>
          <a:xfrm>
            <a:off x="8188213" y="3592821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 </a:t>
            </a:r>
            <a:r>
              <a:rPr kumimoji="0" lang="ko-KR" altLang="en-US" sz="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김철수</a:t>
            </a:r>
            <a:endParaRPr kumimoji="0" lang="en-US" altLang="ko-KR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4826712-6B56-5F71-774A-F38BF5068C5B}"/>
              </a:ext>
            </a:extLst>
          </p:cNvPr>
          <p:cNvSpPr txBox="1"/>
          <p:nvPr/>
        </p:nvSpPr>
        <p:spPr>
          <a:xfrm>
            <a:off x="8905576" y="3580295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홍길동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E41AB42-1AA1-4AC9-69B7-97B7FDDA0F6E}"/>
              </a:ext>
            </a:extLst>
          </p:cNvPr>
          <p:cNvSpPr txBox="1"/>
          <p:nvPr/>
        </p:nvSpPr>
        <p:spPr>
          <a:xfrm>
            <a:off x="9640156" y="3581720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휴무자</a:t>
            </a:r>
            <a:endParaRPr kumimoji="0" lang="en-US" altLang="ko-KR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7" name="그래픽 86" descr="남성 사무직 근로자 윤곽선">
            <a:extLst>
              <a:ext uri="{FF2B5EF4-FFF2-40B4-BE49-F238E27FC236}">
                <a16:creationId xmlns:a16="http://schemas.microsoft.com/office/drawing/2014/main" id="{29F6F5A0-C15F-53EC-9D28-E9FAF6B5A2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05701" y="3115267"/>
            <a:ext cx="391356" cy="391356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23DD4D08-015C-4794-7E02-7DAA1C129F83}"/>
              </a:ext>
            </a:extLst>
          </p:cNvPr>
          <p:cNvSpPr txBox="1"/>
          <p:nvPr/>
        </p:nvSpPr>
        <p:spPr>
          <a:xfrm>
            <a:off x="7503844" y="3592821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 </a:t>
            </a:r>
            <a:r>
              <a:rPr kumimoji="0" lang="ko-KR" altLang="en-US" sz="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박더획</a:t>
            </a:r>
            <a:endParaRPr kumimoji="0" lang="en-US" altLang="ko-KR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5595DCF-A6CE-8DE5-917F-AF3DB829D1CD}"/>
              </a:ext>
            </a:extLst>
          </p:cNvPr>
          <p:cNvSpPr txBox="1"/>
          <p:nvPr/>
        </p:nvSpPr>
        <p:spPr>
          <a:xfrm>
            <a:off x="7157229" y="2319947"/>
            <a:ext cx="122594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컨시어즈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교대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6B9B1BF-2BCB-9649-4DD0-8E60E1CC33EE}"/>
              </a:ext>
            </a:extLst>
          </p:cNvPr>
          <p:cNvSpPr/>
          <p:nvPr/>
        </p:nvSpPr>
        <p:spPr>
          <a:xfrm>
            <a:off x="1903533" y="4126708"/>
            <a:ext cx="9556192" cy="23648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2" name="그래픽 91" descr="사용자 단색으로 채워진">
            <a:extLst>
              <a:ext uri="{FF2B5EF4-FFF2-40B4-BE49-F238E27FC236}">
                <a16:creationId xmlns:a16="http://schemas.microsoft.com/office/drawing/2014/main" id="{6F223FA8-EF7B-BEED-0282-6ACB5C351E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83172" y="2352029"/>
            <a:ext cx="278704" cy="278704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910F9963-DEB4-F554-C1FD-8583A3842D1A}"/>
              </a:ext>
            </a:extLst>
          </p:cNvPr>
          <p:cNvSpPr txBox="1"/>
          <p:nvPr/>
        </p:nvSpPr>
        <p:spPr>
          <a:xfrm>
            <a:off x="8388543" y="2376565"/>
            <a:ext cx="620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" name="순서도: 연결자 93">
            <a:extLst>
              <a:ext uri="{FF2B5EF4-FFF2-40B4-BE49-F238E27FC236}">
                <a16:creationId xmlns:a16="http://schemas.microsoft.com/office/drawing/2014/main" id="{3D5B2807-FDCF-89AC-8AD5-5C256DF5B6C7}"/>
              </a:ext>
            </a:extLst>
          </p:cNvPr>
          <p:cNvSpPr/>
          <p:nvPr/>
        </p:nvSpPr>
        <p:spPr>
          <a:xfrm>
            <a:off x="8879656" y="2456447"/>
            <a:ext cx="94220" cy="103181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C7ADC51-CAF4-3458-F06F-B8FB1ADAF2A4}"/>
              </a:ext>
            </a:extLst>
          </p:cNvPr>
          <p:cNvSpPr txBox="1"/>
          <p:nvPr/>
        </p:nvSpPr>
        <p:spPr>
          <a:xfrm>
            <a:off x="8926766" y="2403535"/>
            <a:ext cx="97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근무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00~00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</a:t>
            </a:r>
          </a:p>
        </p:txBody>
      </p:sp>
      <p:sp>
        <p:nvSpPr>
          <p:cNvPr id="96" name="순서도: 연결자 95">
            <a:extLst>
              <a:ext uri="{FF2B5EF4-FFF2-40B4-BE49-F238E27FC236}">
                <a16:creationId xmlns:a16="http://schemas.microsoft.com/office/drawing/2014/main" id="{8888A5B3-73F2-E133-5190-0ADAA7A8DEB9}"/>
              </a:ext>
            </a:extLst>
          </p:cNvPr>
          <p:cNvSpPr/>
          <p:nvPr/>
        </p:nvSpPr>
        <p:spPr>
          <a:xfrm>
            <a:off x="9854691" y="2455022"/>
            <a:ext cx="94220" cy="103181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CDD3AE9-BD8F-05B5-256F-7A06254EE4B6}"/>
              </a:ext>
            </a:extLst>
          </p:cNvPr>
          <p:cNvSpPr txBox="1"/>
          <p:nvPr/>
        </p:nvSpPr>
        <p:spPr>
          <a:xfrm>
            <a:off x="9901801" y="2402110"/>
            <a:ext cx="975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근무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00~00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</a:t>
            </a: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9BE1DB60-216E-1220-2FF3-B69CB1B3A744}"/>
              </a:ext>
            </a:extLst>
          </p:cNvPr>
          <p:cNvGrpSpPr/>
          <p:nvPr/>
        </p:nvGrpSpPr>
        <p:grpSpPr>
          <a:xfrm>
            <a:off x="1912226" y="4410328"/>
            <a:ext cx="1113932" cy="718307"/>
            <a:chOff x="2196819" y="4422728"/>
            <a:chExt cx="1113932" cy="718307"/>
          </a:xfrm>
        </p:grpSpPr>
        <p:sp>
          <p:nvSpPr>
            <p:cNvPr id="102" name="순서도: 연결자 101">
              <a:extLst>
                <a:ext uri="{FF2B5EF4-FFF2-40B4-BE49-F238E27FC236}">
                  <a16:creationId xmlns:a16="http://schemas.microsoft.com/office/drawing/2014/main" id="{D61FF8A1-482E-0EF7-E857-8ACC20C2BE41}"/>
                </a:ext>
              </a:extLst>
            </p:cNvPr>
            <p:cNvSpPr/>
            <p:nvPr/>
          </p:nvSpPr>
          <p:spPr>
            <a:xfrm>
              <a:off x="2528180" y="4422728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03" name="그래픽 102" descr="남자 옆모습 윤곽선">
              <a:extLst>
                <a:ext uri="{FF2B5EF4-FFF2-40B4-BE49-F238E27FC236}">
                  <a16:creationId xmlns:a16="http://schemas.microsoft.com/office/drawing/2014/main" id="{3B42CC00-D827-7B4E-3A65-61B1ED587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61215" y="4434708"/>
              <a:ext cx="378912" cy="378912"/>
            </a:xfrm>
            <a:prstGeom prst="rect">
              <a:avLst/>
            </a:prstGeom>
          </p:spPr>
        </p:pic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E0E9F7C-AA4C-B766-B015-DC45D2349FAD}"/>
                </a:ext>
              </a:extLst>
            </p:cNvPr>
            <p:cNvSpPr txBox="1"/>
            <p:nvPr/>
          </p:nvSpPr>
          <p:spPr>
            <a:xfrm>
              <a:off x="2196819" y="4925591"/>
              <a:ext cx="11139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A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박더획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6AAB1FDA-8487-3466-49A1-B85B4BF4ADF8}"/>
              </a:ext>
            </a:extLst>
          </p:cNvPr>
          <p:cNvSpPr txBox="1"/>
          <p:nvPr/>
        </p:nvSpPr>
        <p:spPr>
          <a:xfrm>
            <a:off x="2204504" y="2965596"/>
            <a:ext cx="6201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8C8ADD1-A187-0AE3-5371-33004E936A9C}"/>
              </a:ext>
            </a:extLst>
          </p:cNvPr>
          <p:cNvSpPr txBox="1"/>
          <p:nvPr/>
        </p:nvSpPr>
        <p:spPr>
          <a:xfrm>
            <a:off x="2903811" y="2979247"/>
            <a:ext cx="6201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27CB796-49C9-8AF9-CC89-4225A4DC77A7}"/>
              </a:ext>
            </a:extLst>
          </p:cNvPr>
          <p:cNvSpPr txBox="1"/>
          <p:nvPr/>
        </p:nvSpPr>
        <p:spPr>
          <a:xfrm>
            <a:off x="3615642" y="2980567"/>
            <a:ext cx="6201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D8E9AB4-3606-D5A1-F83A-068AF7EEF565}"/>
              </a:ext>
            </a:extLst>
          </p:cNvPr>
          <p:cNvSpPr txBox="1"/>
          <p:nvPr/>
        </p:nvSpPr>
        <p:spPr>
          <a:xfrm>
            <a:off x="2963163" y="5029925"/>
            <a:ext cx="8743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TPO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E4DDD399-FECC-0568-4B1F-C979315214F6}"/>
              </a:ext>
            </a:extLst>
          </p:cNvPr>
          <p:cNvSpPr/>
          <p:nvPr/>
        </p:nvSpPr>
        <p:spPr>
          <a:xfrm>
            <a:off x="3657590" y="5002723"/>
            <a:ext cx="2431730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724C24CC-9DB5-92E8-596A-24C082AC897A}"/>
              </a:ext>
            </a:extLst>
          </p:cNvPr>
          <p:cNvSpPr/>
          <p:nvPr/>
        </p:nvSpPr>
        <p:spPr>
          <a:xfrm>
            <a:off x="6231994" y="4996742"/>
            <a:ext cx="2431730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31E36B23-AAEA-7C63-4DC2-6DCA7FA44B52}"/>
              </a:ext>
            </a:extLst>
          </p:cNvPr>
          <p:cNvSpPr/>
          <p:nvPr/>
        </p:nvSpPr>
        <p:spPr>
          <a:xfrm>
            <a:off x="8806398" y="4990761"/>
            <a:ext cx="2431730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34DEA9A-F130-1D12-0497-7CAF819AA55C}"/>
              </a:ext>
            </a:extLst>
          </p:cNvPr>
          <p:cNvSpPr txBox="1"/>
          <p:nvPr/>
        </p:nvSpPr>
        <p:spPr>
          <a:xfrm>
            <a:off x="3127250" y="5029924"/>
            <a:ext cx="14781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Time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77E7896-620F-26C8-0FC4-A84B75DB6877}"/>
              </a:ext>
            </a:extLst>
          </p:cNvPr>
          <p:cNvSpPr txBox="1"/>
          <p:nvPr/>
        </p:nvSpPr>
        <p:spPr>
          <a:xfrm>
            <a:off x="5273087" y="5030932"/>
            <a:ext cx="8743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업무중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F2A6017-51BA-B965-DB6E-61870A688F06}"/>
              </a:ext>
            </a:extLst>
          </p:cNvPr>
          <p:cNvSpPr txBox="1"/>
          <p:nvPr/>
        </p:nvSpPr>
        <p:spPr>
          <a:xfrm>
            <a:off x="5677823" y="5029924"/>
            <a:ext cx="14781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Place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7801A96-59CB-8610-7AA3-A10C18F2E04E}"/>
              </a:ext>
            </a:extLst>
          </p:cNvPr>
          <p:cNvSpPr txBox="1"/>
          <p:nvPr/>
        </p:nvSpPr>
        <p:spPr>
          <a:xfrm>
            <a:off x="8352501" y="5025657"/>
            <a:ext cx="14781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Occasion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85F1623-C662-AFD4-241C-C141F2A37AD9}"/>
              </a:ext>
            </a:extLst>
          </p:cNvPr>
          <p:cNvSpPr txBox="1"/>
          <p:nvPr/>
        </p:nvSpPr>
        <p:spPr>
          <a:xfrm>
            <a:off x="7620283" y="5027716"/>
            <a:ext cx="10283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노블리안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2D81B55-9754-7C54-7BB3-B1AF497ECA03}"/>
              </a:ext>
            </a:extLst>
          </p:cNvPr>
          <p:cNvSpPr txBox="1"/>
          <p:nvPr/>
        </p:nvSpPr>
        <p:spPr>
          <a:xfrm>
            <a:off x="9582806" y="5024740"/>
            <a:ext cx="2143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 실행 시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8CA3F24-80DC-5058-0838-2806C85D66B7}"/>
              </a:ext>
            </a:extLst>
          </p:cNvPr>
          <p:cNvSpPr txBox="1"/>
          <p:nvPr/>
        </p:nvSpPr>
        <p:spPr>
          <a:xfrm>
            <a:off x="2882291" y="5388741"/>
            <a:ext cx="8743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이행근거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A8E31C31-8D16-83BD-37D5-CA7BF7BA2764}"/>
              </a:ext>
            </a:extLst>
          </p:cNvPr>
          <p:cNvSpPr/>
          <p:nvPr/>
        </p:nvSpPr>
        <p:spPr>
          <a:xfrm>
            <a:off x="3657590" y="5361540"/>
            <a:ext cx="2431730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F78C4AC-4E3F-440C-FF33-B857AC2DEC69}"/>
              </a:ext>
            </a:extLst>
          </p:cNvPr>
          <p:cNvSpPr txBox="1"/>
          <p:nvPr/>
        </p:nvSpPr>
        <p:spPr>
          <a:xfrm>
            <a:off x="4070881" y="5388741"/>
            <a:ext cx="16206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미니바 세팅 상태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954A0BA7-1280-D371-8250-6669229B9C94}"/>
              </a:ext>
            </a:extLst>
          </p:cNvPr>
          <p:cNvSpPr/>
          <p:nvPr/>
        </p:nvSpPr>
        <p:spPr>
          <a:xfrm>
            <a:off x="6231994" y="5361540"/>
            <a:ext cx="2431730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DE6B478-D019-8200-62C3-6939C8977D39}"/>
              </a:ext>
            </a:extLst>
          </p:cNvPr>
          <p:cNvSpPr txBox="1"/>
          <p:nvPr/>
        </p:nvSpPr>
        <p:spPr>
          <a:xfrm>
            <a:off x="6645285" y="5388741"/>
            <a:ext cx="16206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화장실 변기 청결 상태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40EC09F1-B6F1-954C-AE07-781638B9148C}"/>
              </a:ext>
            </a:extLst>
          </p:cNvPr>
          <p:cNvSpPr/>
          <p:nvPr/>
        </p:nvSpPr>
        <p:spPr>
          <a:xfrm>
            <a:off x="8801874" y="5361540"/>
            <a:ext cx="2431730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AA07978-024F-337A-8650-4535DAA9307F}"/>
              </a:ext>
            </a:extLst>
          </p:cNvPr>
          <p:cNvSpPr txBox="1"/>
          <p:nvPr/>
        </p:nvSpPr>
        <p:spPr>
          <a:xfrm>
            <a:off x="9215165" y="5388741"/>
            <a:ext cx="16206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화장실 욕조 청결 상태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8405DDF-DC6C-F922-A952-BA9AF35CC1FA}"/>
              </a:ext>
            </a:extLst>
          </p:cNvPr>
          <p:cNvSpPr txBox="1"/>
          <p:nvPr/>
        </p:nvSpPr>
        <p:spPr>
          <a:xfrm>
            <a:off x="2518866" y="6134178"/>
            <a:ext cx="1203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 이해도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314FBE5E-6A7A-FBDC-0174-A395DFA53A6B}"/>
              </a:ext>
            </a:extLst>
          </p:cNvPr>
          <p:cNvSpPr/>
          <p:nvPr/>
        </p:nvSpPr>
        <p:spPr>
          <a:xfrm>
            <a:off x="6231994" y="6106400"/>
            <a:ext cx="5006132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12F54C8-803A-80E3-C990-64A92A6E6133}"/>
              </a:ext>
            </a:extLst>
          </p:cNvPr>
          <p:cNvSpPr txBox="1"/>
          <p:nvPr/>
        </p:nvSpPr>
        <p:spPr>
          <a:xfrm>
            <a:off x="6201079" y="6138779"/>
            <a:ext cx="53711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이해완료                          모호                          이해불가 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CF23E3-EE14-19AC-AABC-713AC9D96C0E}"/>
              </a:ext>
            </a:extLst>
          </p:cNvPr>
          <p:cNvSpPr/>
          <p:nvPr/>
        </p:nvSpPr>
        <p:spPr>
          <a:xfrm>
            <a:off x="7662231" y="6196462"/>
            <a:ext cx="145326" cy="10634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62D1FD4-A397-42DB-AF9D-A363F57B745E}"/>
              </a:ext>
            </a:extLst>
          </p:cNvPr>
          <p:cNvSpPr/>
          <p:nvPr/>
        </p:nvSpPr>
        <p:spPr>
          <a:xfrm>
            <a:off x="9079227" y="6186737"/>
            <a:ext cx="145326" cy="10634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AD72FCF-7764-39DD-A2F9-2A37D1499B12}"/>
              </a:ext>
            </a:extLst>
          </p:cNvPr>
          <p:cNvSpPr/>
          <p:nvPr/>
        </p:nvSpPr>
        <p:spPr>
          <a:xfrm>
            <a:off x="10736171" y="6196467"/>
            <a:ext cx="145326" cy="10634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E7DBAAE-DC94-4D30-0E9E-82B6545E3B52}"/>
              </a:ext>
            </a:extLst>
          </p:cNvPr>
          <p:cNvSpPr/>
          <p:nvPr/>
        </p:nvSpPr>
        <p:spPr>
          <a:xfrm>
            <a:off x="3657590" y="6101092"/>
            <a:ext cx="2431730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CC41B2-DB86-4CBE-549A-F1A60A602FE0}"/>
              </a:ext>
            </a:extLst>
          </p:cNvPr>
          <p:cNvSpPr txBox="1"/>
          <p:nvPr/>
        </p:nvSpPr>
        <p:spPr>
          <a:xfrm>
            <a:off x="4096130" y="6128293"/>
            <a:ext cx="16206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업무지시자  김철수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39B182-98E7-B6DB-EFE2-67895265D213}"/>
              </a:ext>
            </a:extLst>
          </p:cNvPr>
          <p:cNvSpPr txBox="1"/>
          <p:nvPr/>
        </p:nvSpPr>
        <p:spPr>
          <a:xfrm>
            <a:off x="2514571" y="5772493"/>
            <a:ext cx="1203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 메세지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5619EA6-A081-B043-0EC4-2D8A2BC6CB18}"/>
              </a:ext>
            </a:extLst>
          </p:cNvPr>
          <p:cNvSpPr/>
          <p:nvPr/>
        </p:nvSpPr>
        <p:spPr>
          <a:xfrm>
            <a:off x="3657590" y="5724489"/>
            <a:ext cx="7580538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B886A8-BED8-F9DC-A5C6-CE95ECF98684}"/>
              </a:ext>
            </a:extLst>
          </p:cNvPr>
          <p:cNvSpPr txBox="1"/>
          <p:nvPr/>
        </p:nvSpPr>
        <p:spPr>
          <a:xfrm>
            <a:off x="5095523" y="5765987"/>
            <a:ext cx="44265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인스펙션 완료 후 미니바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화장실 변기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욕조 현재 상태를 기록해 주세요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F7F6E4-B9F0-3C6A-9358-8F165A9453F5}"/>
              </a:ext>
            </a:extLst>
          </p:cNvPr>
          <p:cNvSpPr txBox="1"/>
          <p:nvPr/>
        </p:nvSpPr>
        <p:spPr>
          <a:xfrm>
            <a:off x="10880023" y="5537526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순서도: 수행의 시작/종료 32">
            <a:extLst>
              <a:ext uri="{FF2B5EF4-FFF2-40B4-BE49-F238E27FC236}">
                <a16:creationId xmlns:a16="http://schemas.microsoft.com/office/drawing/2014/main" id="{0E99119E-53DB-78FF-9E6A-4F58C4A4A72B}"/>
              </a:ext>
            </a:extLst>
          </p:cNvPr>
          <p:cNvSpPr/>
          <p:nvPr/>
        </p:nvSpPr>
        <p:spPr>
          <a:xfrm>
            <a:off x="10448299" y="4212764"/>
            <a:ext cx="789829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등록하기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85D3D7B-FC04-AB35-26D6-090C574FAC5C}"/>
              </a:ext>
            </a:extLst>
          </p:cNvPr>
          <p:cNvSpPr/>
          <p:nvPr/>
        </p:nvSpPr>
        <p:spPr>
          <a:xfrm>
            <a:off x="843655" y="-407704"/>
            <a:ext cx="10590877" cy="1501451"/>
          </a:xfrm>
          <a:prstGeom prst="rect">
            <a:avLst/>
          </a:prstGeom>
          <a:solidFill>
            <a:schemeClr val="bg1">
              <a:lumMod val="95000"/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935" tIns="35935" rIns="35935" bIns="35935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 1-3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관리자 업무지시를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TPO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자동화 시키면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지시 누락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실수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 줄어들며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구성원의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일관된 행동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유도할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 있다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913C8B-37B4-AABA-E728-F8213B3216BC}"/>
              </a:ext>
            </a:extLst>
          </p:cNvPr>
          <p:cNvSpPr txBox="1"/>
          <p:nvPr/>
        </p:nvSpPr>
        <p:spPr>
          <a:xfrm>
            <a:off x="2796581" y="4631496"/>
            <a:ext cx="1203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일시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4B4C9BE-2619-5794-73D1-5BA974EEB2CD}"/>
              </a:ext>
            </a:extLst>
          </p:cNvPr>
          <p:cNvSpPr/>
          <p:nvPr/>
        </p:nvSpPr>
        <p:spPr>
          <a:xfrm>
            <a:off x="3657591" y="4595535"/>
            <a:ext cx="2431730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9138860-6C40-90A8-34F0-246031511B02}"/>
              </a:ext>
            </a:extLst>
          </p:cNvPr>
          <p:cNvSpPr/>
          <p:nvPr/>
        </p:nvSpPr>
        <p:spPr>
          <a:xfrm>
            <a:off x="6227733" y="4605624"/>
            <a:ext cx="2431730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33347B5-CAAD-FE42-0636-ECBAF719493B}"/>
              </a:ext>
            </a:extLst>
          </p:cNvPr>
          <p:cNvSpPr/>
          <p:nvPr/>
        </p:nvSpPr>
        <p:spPr>
          <a:xfrm>
            <a:off x="8797875" y="4615713"/>
            <a:ext cx="2431730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54C502-33B6-5F3A-91A1-4D06E393BF45}"/>
              </a:ext>
            </a:extLst>
          </p:cNvPr>
          <p:cNvSpPr txBox="1"/>
          <p:nvPr/>
        </p:nvSpPr>
        <p:spPr>
          <a:xfrm>
            <a:off x="3135022" y="4625841"/>
            <a:ext cx="14781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날짜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5C6A8E-AE1D-833E-1EBB-A1890DA3C67B}"/>
              </a:ext>
            </a:extLst>
          </p:cNvPr>
          <p:cNvSpPr txBox="1"/>
          <p:nvPr/>
        </p:nvSpPr>
        <p:spPr>
          <a:xfrm>
            <a:off x="5677823" y="4635169"/>
            <a:ext cx="14781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요일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A9596D-F5E8-081F-8E88-EBB3E3332954}"/>
              </a:ext>
            </a:extLst>
          </p:cNvPr>
          <p:cNvSpPr txBox="1"/>
          <p:nvPr/>
        </p:nvSpPr>
        <p:spPr>
          <a:xfrm>
            <a:off x="8266453" y="4641032"/>
            <a:ext cx="14781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478C56E-89A2-2290-4735-DA94D51A301D}"/>
              </a:ext>
            </a:extLst>
          </p:cNvPr>
          <p:cNvSpPr txBox="1"/>
          <p:nvPr/>
        </p:nvSpPr>
        <p:spPr>
          <a:xfrm>
            <a:off x="5221483" y="4622736"/>
            <a:ext cx="8743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일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733C3CC1-9768-2288-5701-2195CBDFC877}"/>
              </a:ext>
            </a:extLst>
          </p:cNvPr>
          <p:cNvSpPr/>
          <p:nvPr/>
        </p:nvSpPr>
        <p:spPr>
          <a:xfrm>
            <a:off x="6744503" y="4638919"/>
            <a:ext cx="204606" cy="23403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096CAF5B-30E6-FA48-49D7-5F85AEE000B1}"/>
              </a:ext>
            </a:extLst>
          </p:cNvPr>
          <p:cNvSpPr/>
          <p:nvPr/>
        </p:nvSpPr>
        <p:spPr>
          <a:xfrm>
            <a:off x="7001378" y="4638919"/>
            <a:ext cx="204606" cy="23403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화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13466458-AA0D-2E1E-9CDD-4CD3C11D9F25}"/>
              </a:ext>
            </a:extLst>
          </p:cNvPr>
          <p:cNvSpPr/>
          <p:nvPr/>
        </p:nvSpPr>
        <p:spPr>
          <a:xfrm>
            <a:off x="7243253" y="4638919"/>
            <a:ext cx="204606" cy="23403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C5065B0F-263F-80CE-97E8-666FA63304C5}"/>
              </a:ext>
            </a:extLst>
          </p:cNvPr>
          <p:cNvSpPr/>
          <p:nvPr/>
        </p:nvSpPr>
        <p:spPr>
          <a:xfrm>
            <a:off x="7498127" y="4637831"/>
            <a:ext cx="204606" cy="23403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목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E219E089-80DA-A810-08F2-674F43044C46}"/>
              </a:ext>
            </a:extLst>
          </p:cNvPr>
          <p:cNvSpPr/>
          <p:nvPr/>
        </p:nvSpPr>
        <p:spPr>
          <a:xfrm>
            <a:off x="7765937" y="4638919"/>
            <a:ext cx="204606" cy="23403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금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BE524029-43D5-E32B-17DB-9A4B219508CC}"/>
              </a:ext>
            </a:extLst>
          </p:cNvPr>
          <p:cNvSpPr/>
          <p:nvPr/>
        </p:nvSpPr>
        <p:spPr>
          <a:xfrm>
            <a:off x="8042546" y="4638919"/>
            <a:ext cx="204606" cy="23403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토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64E831EE-0041-C630-D77C-7C2D1F2D22F2}"/>
              </a:ext>
            </a:extLst>
          </p:cNvPr>
          <p:cNvSpPr/>
          <p:nvPr/>
        </p:nvSpPr>
        <p:spPr>
          <a:xfrm>
            <a:off x="8317918" y="4630505"/>
            <a:ext cx="204606" cy="23403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일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076E954-071F-A802-4CD1-F5937A3E988F}"/>
              </a:ext>
            </a:extLst>
          </p:cNvPr>
          <p:cNvSpPr txBox="1"/>
          <p:nvPr/>
        </p:nvSpPr>
        <p:spPr>
          <a:xfrm>
            <a:off x="10397057" y="4626844"/>
            <a:ext cx="8743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00.00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4061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0B04A55-BDE6-15F1-5CD6-BCEFD47E75C3}"/>
              </a:ext>
            </a:extLst>
          </p:cNvPr>
          <p:cNvSpPr/>
          <p:nvPr/>
        </p:nvSpPr>
        <p:spPr>
          <a:xfrm>
            <a:off x="430661" y="1084300"/>
            <a:ext cx="11330677" cy="55353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1625AB-712B-BDF1-ECF3-3C0BE239F3E2}"/>
              </a:ext>
            </a:extLst>
          </p:cNvPr>
          <p:cNvSpPr txBox="1"/>
          <p:nvPr/>
        </p:nvSpPr>
        <p:spPr>
          <a:xfrm>
            <a:off x="373833" y="1135198"/>
            <a:ext cx="1278675" cy="39288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ctr" defTabSz="9127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CS MAC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C76B2F5-6394-6C45-D34D-1B31E70B1C28}"/>
              </a:ext>
            </a:extLst>
          </p:cNvPr>
          <p:cNvGrpSpPr/>
          <p:nvPr/>
        </p:nvGrpSpPr>
        <p:grpSpPr>
          <a:xfrm>
            <a:off x="591730" y="1692992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05FC55A-0AC6-4823-009F-42502AB34706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2" name="그래픽 11" descr="아래쪽 캐럿 윤곽선">
              <a:extLst>
                <a:ext uri="{FF2B5EF4-FFF2-40B4-BE49-F238E27FC236}">
                  <a16:creationId xmlns:a16="http://schemas.microsoft.com/office/drawing/2014/main" id="{4DE4D063-0759-3B31-8A93-4772C4646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8FEB383-EC0E-AA83-EC28-FBE0A47E9EA6}"/>
              </a:ext>
            </a:extLst>
          </p:cNvPr>
          <p:cNvCxnSpPr>
            <a:cxnSpLocks/>
          </p:cNvCxnSpPr>
          <p:nvPr/>
        </p:nvCxnSpPr>
        <p:spPr>
          <a:xfrm>
            <a:off x="1721198" y="1325108"/>
            <a:ext cx="0" cy="5053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E631FEF-790C-81B9-EB74-B37B2354AAA2}"/>
              </a:ext>
            </a:extLst>
          </p:cNvPr>
          <p:cNvGrpSpPr/>
          <p:nvPr/>
        </p:nvGrpSpPr>
        <p:grpSpPr>
          <a:xfrm>
            <a:off x="591730" y="2181124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D3ADA75B-5D70-E4A8-766B-9625864993CD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6" name="그래픽 15" descr="아래쪽 캐럿 윤곽선">
              <a:extLst>
                <a:ext uri="{FF2B5EF4-FFF2-40B4-BE49-F238E27FC236}">
                  <a16:creationId xmlns:a16="http://schemas.microsoft.com/office/drawing/2014/main" id="{3D2135AA-ACC5-E72E-5BDC-B9C4CDB4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60DB90A-1ED9-A5BE-8883-47DAE2D502CA}"/>
              </a:ext>
            </a:extLst>
          </p:cNvPr>
          <p:cNvSpPr txBox="1"/>
          <p:nvPr/>
        </p:nvSpPr>
        <p:spPr>
          <a:xfrm>
            <a:off x="323159" y="1721162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PDCA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8E0D0E-456F-449B-9505-D37AC485908B}"/>
              </a:ext>
            </a:extLst>
          </p:cNvPr>
          <p:cNvSpPr txBox="1"/>
          <p:nvPr/>
        </p:nvSpPr>
        <p:spPr>
          <a:xfrm>
            <a:off x="402280" y="2195892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Do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1209BF-A46A-B189-D26C-A575246B4071}"/>
              </a:ext>
            </a:extLst>
          </p:cNvPr>
          <p:cNvSpPr txBox="1"/>
          <p:nvPr/>
        </p:nvSpPr>
        <p:spPr>
          <a:xfrm>
            <a:off x="541689" y="2669639"/>
            <a:ext cx="1232290" cy="991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 보드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직무카드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업무수행 점검 리스트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점검계획서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보관함</a:t>
            </a:r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EE155752-DC30-28B1-14C9-5FEB96F77D96}"/>
              </a:ext>
            </a:extLst>
          </p:cNvPr>
          <p:cNvSpPr/>
          <p:nvPr/>
        </p:nvSpPr>
        <p:spPr>
          <a:xfrm>
            <a:off x="673149" y="2277903"/>
            <a:ext cx="94220" cy="103181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C5F054-8C32-34EA-54EB-6540AE556EEF}"/>
              </a:ext>
            </a:extLst>
          </p:cNvPr>
          <p:cNvSpPr/>
          <p:nvPr/>
        </p:nvSpPr>
        <p:spPr>
          <a:xfrm>
            <a:off x="1130330" y="-435775"/>
            <a:ext cx="10590877" cy="1501451"/>
          </a:xfrm>
          <a:prstGeom prst="rect">
            <a:avLst/>
          </a:prstGeom>
          <a:solidFill>
            <a:schemeClr val="bg1">
              <a:lumMod val="95000"/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935" tIns="35935" rIns="35935" bIns="35935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Do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1-4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구성원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업무수행 점검 이력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통합관리 할 수 있어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실행근거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확보 할 수 있다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9768F1-B8CC-1835-86E0-13D02091C0D2}"/>
              </a:ext>
            </a:extLst>
          </p:cNvPr>
          <p:cNvSpPr txBox="1"/>
          <p:nvPr/>
        </p:nvSpPr>
        <p:spPr>
          <a:xfrm>
            <a:off x="1142701" y="1331474"/>
            <a:ext cx="2279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보관함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D5EB3E0-715B-4DFA-2174-E09540F0D3F7}"/>
              </a:ext>
            </a:extLst>
          </p:cNvPr>
          <p:cNvSpPr/>
          <p:nvPr/>
        </p:nvSpPr>
        <p:spPr>
          <a:xfrm>
            <a:off x="2142971" y="2120012"/>
            <a:ext cx="2949340" cy="4258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36B0BA-9273-703C-4A34-BACEE976431A}"/>
              </a:ext>
            </a:extLst>
          </p:cNvPr>
          <p:cNvSpPr/>
          <p:nvPr/>
        </p:nvSpPr>
        <p:spPr>
          <a:xfrm>
            <a:off x="5367506" y="2120010"/>
            <a:ext cx="2917005" cy="4258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CF653B1-7429-5575-F9BA-F21BA4E35669}"/>
              </a:ext>
            </a:extLst>
          </p:cNvPr>
          <p:cNvSpPr/>
          <p:nvPr/>
        </p:nvSpPr>
        <p:spPr>
          <a:xfrm>
            <a:off x="8592041" y="2120010"/>
            <a:ext cx="2917005" cy="4258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0D6407E-DE82-D508-413F-62A1B6627B43}"/>
              </a:ext>
            </a:extLst>
          </p:cNvPr>
          <p:cNvCxnSpPr>
            <a:cxnSpLocks/>
          </p:cNvCxnSpPr>
          <p:nvPr/>
        </p:nvCxnSpPr>
        <p:spPr>
          <a:xfrm>
            <a:off x="2306664" y="2745396"/>
            <a:ext cx="24265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1BD88833-9C10-7C6F-4451-7E450ED6FF51}"/>
              </a:ext>
            </a:extLst>
          </p:cNvPr>
          <p:cNvCxnSpPr>
            <a:cxnSpLocks/>
          </p:cNvCxnSpPr>
          <p:nvPr/>
        </p:nvCxnSpPr>
        <p:spPr>
          <a:xfrm>
            <a:off x="5545975" y="2745396"/>
            <a:ext cx="24265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61F8D5F-E380-F367-3760-4BDA30E383F9}"/>
              </a:ext>
            </a:extLst>
          </p:cNvPr>
          <p:cNvCxnSpPr>
            <a:cxnSpLocks/>
          </p:cNvCxnSpPr>
          <p:nvPr/>
        </p:nvCxnSpPr>
        <p:spPr>
          <a:xfrm>
            <a:off x="8785286" y="2745396"/>
            <a:ext cx="24265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AA27B54-5DB8-9665-9C56-0F2DF4AF0F94}"/>
              </a:ext>
            </a:extLst>
          </p:cNvPr>
          <p:cNvSpPr txBox="1"/>
          <p:nvPr/>
        </p:nvSpPr>
        <p:spPr>
          <a:xfrm>
            <a:off x="2195220" y="2322896"/>
            <a:ext cx="1113932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직무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558C85-5368-EDA2-4320-DE522D50A8CF}"/>
              </a:ext>
            </a:extLst>
          </p:cNvPr>
          <p:cNvSpPr txBox="1"/>
          <p:nvPr/>
        </p:nvSpPr>
        <p:spPr>
          <a:xfrm>
            <a:off x="3436555" y="2379514"/>
            <a:ext cx="4329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15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1" name="그래픽 30" descr="사용자 단색으로 채워진">
            <a:extLst>
              <a:ext uri="{FF2B5EF4-FFF2-40B4-BE49-F238E27FC236}">
                <a16:creationId xmlns:a16="http://schemas.microsoft.com/office/drawing/2014/main" id="{70AF9BF5-89FF-DCA6-0E3A-72C7B76F0B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3315" y="2350353"/>
            <a:ext cx="278704" cy="278704"/>
          </a:xfrm>
          <a:prstGeom prst="rect">
            <a:avLst/>
          </a:prstGeom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6DB429C-724E-6626-0FEA-1E330CB5B509}"/>
              </a:ext>
            </a:extLst>
          </p:cNvPr>
          <p:cNvSpPr/>
          <p:nvPr/>
        </p:nvSpPr>
        <p:spPr>
          <a:xfrm>
            <a:off x="2333305" y="2916015"/>
            <a:ext cx="2542452" cy="9986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EA61ED-04C4-BC04-4ECD-1C3BE82A00D2}"/>
              </a:ext>
            </a:extLst>
          </p:cNvPr>
          <p:cNvSpPr txBox="1"/>
          <p:nvPr/>
        </p:nvSpPr>
        <p:spPr>
          <a:xfrm>
            <a:off x="5421400" y="2303977"/>
            <a:ext cx="1113932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식음팀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직무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D3D00F-F5A0-9C97-476B-5181022BCDAB}"/>
              </a:ext>
            </a:extLst>
          </p:cNvPr>
          <p:cNvSpPr txBox="1"/>
          <p:nvPr/>
        </p:nvSpPr>
        <p:spPr>
          <a:xfrm>
            <a:off x="8660711" y="2322895"/>
            <a:ext cx="1113932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시설팀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직무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CFB5D5E-C8C1-34DE-220F-A80D44ED50AB}"/>
              </a:ext>
            </a:extLst>
          </p:cNvPr>
          <p:cNvGrpSpPr/>
          <p:nvPr/>
        </p:nvGrpSpPr>
        <p:grpSpPr>
          <a:xfrm>
            <a:off x="2472973" y="3049240"/>
            <a:ext cx="350480" cy="322128"/>
            <a:chOff x="2475305" y="2790893"/>
            <a:chExt cx="457200" cy="457200"/>
          </a:xfrm>
        </p:grpSpPr>
        <p:sp>
          <p:nvSpPr>
            <p:cNvPr id="38" name="순서도: 연결자 37">
              <a:extLst>
                <a:ext uri="{FF2B5EF4-FFF2-40B4-BE49-F238E27FC236}">
                  <a16:creationId xmlns:a16="http://schemas.microsoft.com/office/drawing/2014/main" id="{6F1C6238-1169-F290-7D43-32FDB60E3E37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9" name="그래픽 38" descr="남자 옆모습 윤곽선">
              <a:extLst>
                <a:ext uri="{FF2B5EF4-FFF2-40B4-BE49-F238E27FC236}">
                  <a16:creationId xmlns:a16="http://schemas.microsoft.com/office/drawing/2014/main" id="{213AFFF6-0257-E0AB-6EE0-968D38AFC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F87E348-1D39-7C7F-30E3-E23E32405203}"/>
              </a:ext>
            </a:extLst>
          </p:cNvPr>
          <p:cNvSpPr txBox="1"/>
          <p:nvPr/>
        </p:nvSpPr>
        <p:spPr>
          <a:xfrm>
            <a:off x="2006223" y="3360644"/>
            <a:ext cx="12792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프론트 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000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40862438-543D-B041-2250-2227C1408688}"/>
              </a:ext>
            </a:extLst>
          </p:cNvPr>
          <p:cNvGrpSpPr/>
          <p:nvPr/>
        </p:nvGrpSpPr>
        <p:grpSpPr>
          <a:xfrm>
            <a:off x="3769657" y="2235384"/>
            <a:ext cx="1240934" cy="300624"/>
            <a:chOff x="2185154" y="1803567"/>
            <a:chExt cx="1240934" cy="300624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C6D553EB-1733-2BB4-27EE-EB417F321657}"/>
                </a:ext>
              </a:extLst>
            </p:cNvPr>
            <p:cNvSpPr/>
            <p:nvPr/>
          </p:nvSpPr>
          <p:spPr>
            <a:xfrm>
              <a:off x="2331993" y="1803567"/>
              <a:ext cx="947683" cy="3006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D5026F48-BB5B-3EBA-222F-5F1C0F0BB2EC}"/>
                </a:ext>
              </a:extLst>
            </p:cNvPr>
            <p:cNvSpPr/>
            <p:nvPr/>
          </p:nvSpPr>
          <p:spPr>
            <a:xfrm>
              <a:off x="2371376" y="1837332"/>
              <a:ext cx="242407" cy="2299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32F5276-CE26-AB47-A4EE-1793B83B25AB}"/>
                </a:ext>
              </a:extLst>
            </p:cNvPr>
            <p:cNvSpPr txBox="1"/>
            <p:nvPr/>
          </p:nvSpPr>
          <p:spPr>
            <a:xfrm>
              <a:off x="2185154" y="1851797"/>
              <a:ext cx="6053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일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A68484D3-08BE-95F9-EB4D-AEEAEFC1BA45}"/>
                </a:ext>
              </a:extLst>
            </p:cNvPr>
            <p:cNvSpPr/>
            <p:nvPr/>
          </p:nvSpPr>
          <p:spPr>
            <a:xfrm>
              <a:off x="2689181" y="1834461"/>
              <a:ext cx="242407" cy="2299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F6689FB-CA51-C5AF-3D73-B264AC971E5B}"/>
                </a:ext>
              </a:extLst>
            </p:cNvPr>
            <p:cNvSpPr txBox="1"/>
            <p:nvPr/>
          </p:nvSpPr>
          <p:spPr>
            <a:xfrm>
              <a:off x="2502959" y="1848926"/>
              <a:ext cx="6053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주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4EF347C9-537A-9D9B-7FE6-A0BC5A672598}"/>
                </a:ext>
              </a:extLst>
            </p:cNvPr>
            <p:cNvSpPr/>
            <p:nvPr/>
          </p:nvSpPr>
          <p:spPr>
            <a:xfrm>
              <a:off x="3006986" y="1831590"/>
              <a:ext cx="242407" cy="2299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2E62A6C-D756-B23C-3CE9-9F12D31E3809}"/>
                </a:ext>
              </a:extLst>
            </p:cNvPr>
            <p:cNvSpPr txBox="1"/>
            <p:nvPr/>
          </p:nvSpPr>
          <p:spPr>
            <a:xfrm>
              <a:off x="2820764" y="1846055"/>
              <a:ext cx="6053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월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DEDD0936-0DCD-01C4-DCE5-4FF324614C09}"/>
              </a:ext>
            </a:extLst>
          </p:cNvPr>
          <p:cNvSpPr/>
          <p:nvPr/>
        </p:nvSpPr>
        <p:spPr>
          <a:xfrm>
            <a:off x="2138301" y="1790937"/>
            <a:ext cx="890019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0" name="그래픽 49" descr="아래쪽 캐럿 윤곽선">
            <a:extLst>
              <a:ext uri="{FF2B5EF4-FFF2-40B4-BE49-F238E27FC236}">
                <a16:creationId xmlns:a16="http://schemas.microsoft.com/office/drawing/2014/main" id="{C932A7E3-E5FB-F62F-FB04-65FBB7D8F2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99016" y="1808159"/>
            <a:ext cx="186651" cy="251137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D886F2B-EEE8-9C2C-CE98-5741E72B08AE}"/>
              </a:ext>
            </a:extLst>
          </p:cNvPr>
          <p:cNvSpPr txBox="1"/>
          <p:nvPr/>
        </p:nvSpPr>
        <p:spPr>
          <a:xfrm>
            <a:off x="2063138" y="1831279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기간 설정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C1E7998-7DAC-703F-3E5F-D0AAB17A72CC}"/>
              </a:ext>
            </a:extLst>
          </p:cNvPr>
          <p:cNvSpPr/>
          <p:nvPr/>
        </p:nvSpPr>
        <p:spPr>
          <a:xfrm>
            <a:off x="3193446" y="1790937"/>
            <a:ext cx="556373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5E7075CD-2089-9738-34E3-4E083D3D1131}"/>
              </a:ext>
            </a:extLst>
          </p:cNvPr>
          <p:cNvSpPr/>
          <p:nvPr/>
        </p:nvSpPr>
        <p:spPr>
          <a:xfrm>
            <a:off x="3930365" y="1790937"/>
            <a:ext cx="556373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1E45A3-C93D-7CF3-C08F-DA12EC7032A0}"/>
              </a:ext>
            </a:extLst>
          </p:cNvPr>
          <p:cNvSpPr txBox="1"/>
          <p:nvPr/>
        </p:nvSpPr>
        <p:spPr>
          <a:xfrm>
            <a:off x="3700628" y="1782297"/>
            <a:ext cx="169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~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5" name="그래픽 54" descr="일일 일정표 윤곽선">
            <a:extLst>
              <a:ext uri="{FF2B5EF4-FFF2-40B4-BE49-F238E27FC236}">
                <a16:creationId xmlns:a16="http://schemas.microsoft.com/office/drawing/2014/main" id="{C13BD4EF-AAA3-E967-EFFE-C85A54FE4F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48080" y="1781845"/>
            <a:ext cx="279034" cy="279034"/>
          </a:xfrm>
          <a:prstGeom prst="rect">
            <a:avLst/>
          </a:prstGeom>
        </p:spPr>
      </p:pic>
      <p:pic>
        <p:nvPicPr>
          <p:cNvPr id="56" name="그래픽 55" descr="일일 일정표 윤곽선">
            <a:extLst>
              <a:ext uri="{FF2B5EF4-FFF2-40B4-BE49-F238E27FC236}">
                <a16:creationId xmlns:a16="http://schemas.microsoft.com/office/drawing/2014/main" id="{2C2A7F63-02E4-127C-08AA-6BF83C8872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78600" y="1782739"/>
            <a:ext cx="279034" cy="279034"/>
          </a:xfrm>
          <a:prstGeom prst="rect">
            <a:avLst/>
          </a:prstGeom>
        </p:spPr>
      </p:pic>
      <p:grpSp>
        <p:nvGrpSpPr>
          <p:cNvPr id="58" name="그룹 57">
            <a:extLst>
              <a:ext uri="{FF2B5EF4-FFF2-40B4-BE49-F238E27FC236}">
                <a16:creationId xmlns:a16="http://schemas.microsoft.com/office/drawing/2014/main" id="{E9BBF9E2-8D34-B695-27A0-E1E912219F36}"/>
              </a:ext>
            </a:extLst>
          </p:cNvPr>
          <p:cNvGrpSpPr/>
          <p:nvPr/>
        </p:nvGrpSpPr>
        <p:grpSpPr>
          <a:xfrm>
            <a:off x="6991235" y="2217389"/>
            <a:ext cx="1240934" cy="300624"/>
            <a:chOff x="2185154" y="1803567"/>
            <a:chExt cx="1240934" cy="300624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3600B62D-CF4A-B127-C6EA-E44E5248BFF1}"/>
                </a:ext>
              </a:extLst>
            </p:cNvPr>
            <p:cNvSpPr/>
            <p:nvPr/>
          </p:nvSpPr>
          <p:spPr>
            <a:xfrm>
              <a:off x="2331993" y="1803567"/>
              <a:ext cx="947683" cy="3006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C20C7BAC-FC43-717E-3A25-BA7B727AD69E}"/>
                </a:ext>
              </a:extLst>
            </p:cNvPr>
            <p:cNvSpPr/>
            <p:nvPr/>
          </p:nvSpPr>
          <p:spPr>
            <a:xfrm>
              <a:off x="2371376" y="1837332"/>
              <a:ext cx="242407" cy="2299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8173AC0-6B0E-53E9-122D-3721C6C7AE20}"/>
                </a:ext>
              </a:extLst>
            </p:cNvPr>
            <p:cNvSpPr txBox="1"/>
            <p:nvPr/>
          </p:nvSpPr>
          <p:spPr>
            <a:xfrm>
              <a:off x="2185154" y="1851797"/>
              <a:ext cx="6053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일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61506581-8C7E-56CD-4503-62F1FCF87108}"/>
                </a:ext>
              </a:extLst>
            </p:cNvPr>
            <p:cNvSpPr/>
            <p:nvPr/>
          </p:nvSpPr>
          <p:spPr>
            <a:xfrm>
              <a:off x="2689181" y="1834461"/>
              <a:ext cx="242407" cy="2299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395BA71-0C83-9E90-8D0C-5F73F20E0747}"/>
                </a:ext>
              </a:extLst>
            </p:cNvPr>
            <p:cNvSpPr txBox="1"/>
            <p:nvPr/>
          </p:nvSpPr>
          <p:spPr>
            <a:xfrm>
              <a:off x="2502959" y="1848926"/>
              <a:ext cx="6053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주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8E39D551-38BB-1140-D5E6-1B711D4FE9E2}"/>
                </a:ext>
              </a:extLst>
            </p:cNvPr>
            <p:cNvSpPr/>
            <p:nvPr/>
          </p:nvSpPr>
          <p:spPr>
            <a:xfrm>
              <a:off x="3006986" y="1831590"/>
              <a:ext cx="242407" cy="2299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3482775-4608-FAA0-2ACA-2C4B2F49BCCC}"/>
                </a:ext>
              </a:extLst>
            </p:cNvPr>
            <p:cNvSpPr txBox="1"/>
            <p:nvPr/>
          </p:nvSpPr>
          <p:spPr>
            <a:xfrm>
              <a:off x="2820764" y="1846055"/>
              <a:ext cx="6053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월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A3BDB508-8B9C-7835-326C-368521E242C6}"/>
              </a:ext>
            </a:extLst>
          </p:cNvPr>
          <p:cNvGrpSpPr/>
          <p:nvPr/>
        </p:nvGrpSpPr>
        <p:grpSpPr>
          <a:xfrm>
            <a:off x="10200228" y="2192083"/>
            <a:ext cx="1240934" cy="300624"/>
            <a:chOff x="2185154" y="1803567"/>
            <a:chExt cx="1240934" cy="300624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20FC44CB-4620-B252-09D4-4C649A3EDCBC}"/>
                </a:ext>
              </a:extLst>
            </p:cNvPr>
            <p:cNvSpPr/>
            <p:nvPr/>
          </p:nvSpPr>
          <p:spPr>
            <a:xfrm>
              <a:off x="2331993" y="1803567"/>
              <a:ext cx="947683" cy="3006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449E3DAB-2DC2-A6D2-D123-41EB710EE4AA}"/>
                </a:ext>
              </a:extLst>
            </p:cNvPr>
            <p:cNvSpPr/>
            <p:nvPr/>
          </p:nvSpPr>
          <p:spPr>
            <a:xfrm>
              <a:off x="2371376" y="1837332"/>
              <a:ext cx="242407" cy="2299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664710A-EDD2-6CB3-E423-65ECBEB41853}"/>
                </a:ext>
              </a:extLst>
            </p:cNvPr>
            <p:cNvSpPr txBox="1"/>
            <p:nvPr/>
          </p:nvSpPr>
          <p:spPr>
            <a:xfrm>
              <a:off x="2185154" y="1851797"/>
              <a:ext cx="6053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일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2D58192C-188C-44D1-E703-79E5DDB8859C}"/>
                </a:ext>
              </a:extLst>
            </p:cNvPr>
            <p:cNvSpPr/>
            <p:nvPr/>
          </p:nvSpPr>
          <p:spPr>
            <a:xfrm>
              <a:off x="2689181" y="1834461"/>
              <a:ext cx="242407" cy="2299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7640F8B-6B01-07E0-F266-B9FCDC937793}"/>
                </a:ext>
              </a:extLst>
            </p:cNvPr>
            <p:cNvSpPr txBox="1"/>
            <p:nvPr/>
          </p:nvSpPr>
          <p:spPr>
            <a:xfrm>
              <a:off x="2502959" y="1848926"/>
              <a:ext cx="6053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주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C468F45E-FF98-F82D-2C3B-5CCDA8B66FD1}"/>
                </a:ext>
              </a:extLst>
            </p:cNvPr>
            <p:cNvSpPr/>
            <p:nvPr/>
          </p:nvSpPr>
          <p:spPr>
            <a:xfrm>
              <a:off x="3006986" y="1831590"/>
              <a:ext cx="242407" cy="2299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D0684D8-F73B-3D82-89AE-62F140874200}"/>
                </a:ext>
              </a:extLst>
            </p:cNvPr>
            <p:cNvSpPr txBox="1"/>
            <p:nvPr/>
          </p:nvSpPr>
          <p:spPr>
            <a:xfrm>
              <a:off x="2820764" y="1846055"/>
              <a:ext cx="6053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월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7E1FBA69-4A64-1D9A-CF5A-326E1A730F82}"/>
              </a:ext>
            </a:extLst>
          </p:cNvPr>
          <p:cNvSpPr/>
          <p:nvPr/>
        </p:nvSpPr>
        <p:spPr>
          <a:xfrm>
            <a:off x="5350759" y="1788406"/>
            <a:ext cx="890019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5" name="그래픽 74" descr="아래쪽 캐럿 윤곽선">
            <a:extLst>
              <a:ext uri="{FF2B5EF4-FFF2-40B4-BE49-F238E27FC236}">
                <a16:creationId xmlns:a16="http://schemas.microsoft.com/office/drawing/2014/main" id="{9C44F96D-47DF-31FB-5E5D-4F6080D777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11465" y="1805628"/>
            <a:ext cx="186651" cy="251137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92B4DAF3-94D5-C538-7F70-4EAA80363A57}"/>
              </a:ext>
            </a:extLst>
          </p:cNvPr>
          <p:cNvSpPr txBox="1"/>
          <p:nvPr/>
        </p:nvSpPr>
        <p:spPr>
          <a:xfrm>
            <a:off x="5279573" y="1825317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기간 설정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CF5BF813-D14A-52C2-EC32-E9815CC0C4D1}"/>
              </a:ext>
            </a:extLst>
          </p:cNvPr>
          <p:cNvSpPr/>
          <p:nvPr/>
        </p:nvSpPr>
        <p:spPr>
          <a:xfrm>
            <a:off x="6405904" y="1788406"/>
            <a:ext cx="556373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08CB5539-5079-06F1-948C-F94CA02D573B}"/>
              </a:ext>
            </a:extLst>
          </p:cNvPr>
          <p:cNvSpPr/>
          <p:nvPr/>
        </p:nvSpPr>
        <p:spPr>
          <a:xfrm>
            <a:off x="7142823" y="1788406"/>
            <a:ext cx="556373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2C4A19B-65B5-E934-D370-30310D88A7F3}"/>
              </a:ext>
            </a:extLst>
          </p:cNvPr>
          <p:cNvSpPr txBox="1"/>
          <p:nvPr/>
        </p:nvSpPr>
        <p:spPr>
          <a:xfrm>
            <a:off x="6913086" y="1779766"/>
            <a:ext cx="169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~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0" name="그래픽 79" descr="일일 일정표 윤곽선">
            <a:extLst>
              <a:ext uri="{FF2B5EF4-FFF2-40B4-BE49-F238E27FC236}">
                <a16:creationId xmlns:a16="http://schemas.microsoft.com/office/drawing/2014/main" id="{A590E4A9-746C-BE11-BF3D-CDAF86C803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0538" y="1779314"/>
            <a:ext cx="279034" cy="279034"/>
          </a:xfrm>
          <a:prstGeom prst="rect">
            <a:avLst/>
          </a:prstGeom>
        </p:spPr>
      </p:pic>
      <p:pic>
        <p:nvPicPr>
          <p:cNvPr id="81" name="그래픽 80" descr="일일 일정표 윤곽선">
            <a:extLst>
              <a:ext uri="{FF2B5EF4-FFF2-40B4-BE49-F238E27FC236}">
                <a16:creationId xmlns:a16="http://schemas.microsoft.com/office/drawing/2014/main" id="{A9EB7EB0-5C4E-B7FB-62C4-456E0EF257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91058" y="1780208"/>
            <a:ext cx="279034" cy="279034"/>
          </a:xfrm>
          <a:prstGeom prst="rect">
            <a:avLst/>
          </a:prstGeom>
        </p:spPr>
      </p:pic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040EAE88-F5B7-984B-CBE9-7AC0A84061F6}"/>
              </a:ext>
            </a:extLst>
          </p:cNvPr>
          <p:cNvSpPr/>
          <p:nvPr/>
        </p:nvSpPr>
        <p:spPr>
          <a:xfrm>
            <a:off x="8593025" y="1779131"/>
            <a:ext cx="890019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3" name="그래픽 82" descr="아래쪽 캐럿 윤곽선">
            <a:extLst>
              <a:ext uri="{FF2B5EF4-FFF2-40B4-BE49-F238E27FC236}">
                <a16:creationId xmlns:a16="http://schemas.microsoft.com/office/drawing/2014/main" id="{3AA609AC-C29B-9440-847B-4B3DA6D6A7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40286" y="1796353"/>
            <a:ext cx="186651" cy="251137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4EF5BB2A-8CCF-EC94-B142-FD524E04BDAD}"/>
              </a:ext>
            </a:extLst>
          </p:cNvPr>
          <p:cNvSpPr txBox="1"/>
          <p:nvPr/>
        </p:nvSpPr>
        <p:spPr>
          <a:xfrm>
            <a:off x="8542928" y="1815682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기간 설정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0FBBE2AF-8B3C-C9F2-B9BF-876C8A8AF55B}"/>
              </a:ext>
            </a:extLst>
          </p:cNvPr>
          <p:cNvSpPr/>
          <p:nvPr/>
        </p:nvSpPr>
        <p:spPr>
          <a:xfrm>
            <a:off x="9648170" y="1779131"/>
            <a:ext cx="556373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3C8D56C6-E5A4-DA26-4C57-D2C74F6B6EB1}"/>
              </a:ext>
            </a:extLst>
          </p:cNvPr>
          <p:cNvSpPr/>
          <p:nvPr/>
        </p:nvSpPr>
        <p:spPr>
          <a:xfrm>
            <a:off x="10385089" y="1779131"/>
            <a:ext cx="556373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2908823-7CC6-E89E-B7E2-7EE183C0914E}"/>
              </a:ext>
            </a:extLst>
          </p:cNvPr>
          <p:cNvSpPr txBox="1"/>
          <p:nvPr/>
        </p:nvSpPr>
        <p:spPr>
          <a:xfrm>
            <a:off x="10155352" y="1770491"/>
            <a:ext cx="169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~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8" name="그래픽 87" descr="일일 일정표 윤곽선">
            <a:extLst>
              <a:ext uri="{FF2B5EF4-FFF2-40B4-BE49-F238E27FC236}">
                <a16:creationId xmlns:a16="http://schemas.microsoft.com/office/drawing/2014/main" id="{1A0BE308-D827-FDD5-05E8-DCAE6BCA9E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2804" y="1770039"/>
            <a:ext cx="279034" cy="279034"/>
          </a:xfrm>
          <a:prstGeom prst="rect">
            <a:avLst/>
          </a:prstGeom>
        </p:spPr>
      </p:pic>
      <p:pic>
        <p:nvPicPr>
          <p:cNvPr id="89" name="그래픽 88" descr="일일 일정표 윤곽선">
            <a:extLst>
              <a:ext uri="{FF2B5EF4-FFF2-40B4-BE49-F238E27FC236}">
                <a16:creationId xmlns:a16="http://schemas.microsoft.com/office/drawing/2014/main" id="{37CEB0D1-99D6-FADA-12E5-2E0149D844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33324" y="1770933"/>
            <a:ext cx="279034" cy="279034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C842DF6F-1926-1E85-8AF3-C0D8378C8549}"/>
              </a:ext>
            </a:extLst>
          </p:cNvPr>
          <p:cNvSpPr txBox="1"/>
          <p:nvPr/>
        </p:nvSpPr>
        <p:spPr>
          <a:xfrm>
            <a:off x="6620435" y="2368889"/>
            <a:ext cx="4329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15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1" name="그래픽 90" descr="사용자 단색으로 채워진">
            <a:extLst>
              <a:ext uri="{FF2B5EF4-FFF2-40B4-BE49-F238E27FC236}">
                <a16:creationId xmlns:a16="http://schemas.microsoft.com/office/drawing/2014/main" id="{57331CB2-1FF8-A669-C37C-5E1BC1EAAF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7195" y="2339728"/>
            <a:ext cx="278704" cy="278704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2C315778-9F88-D94E-C6F3-9300794DFAC9}"/>
              </a:ext>
            </a:extLst>
          </p:cNvPr>
          <p:cNvSpPr txBox="1"/>
          <p:nvPr/>
        </p:nvSpPr>
        <p:spPr>
          <a:xfrm>
            <a:off x="9879768" y="2384335"/>
            <a:ext cx="4329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15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3" name="그래픽 92" descr="사용자 단색으로 채워진">
            <a:extLst>
              <a:ext uri="{FF2B5EF4-FFF2-40B4-BE49-F238E27FC236}">
                <a16:creationId xmlns:a16="http://schemas.microsoft.com/office/drawing/2014/main" id="{9EBD2D2F-E1FE-146B-BF30-E9C26D016E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26528" y="2355174"/>
            <a:ext cx="278704" cy="278704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60D0E10E-1803-FED4-804E-2F3C6326F411}"/>
              </a:ext>
            </a:extLst>
          </p:cNvPr>
          <p:cNvSpPr txBox="1"/>
          <p:nvPr/>
        </p:nvSpPr>
        <p:spPr>
          <a:xfrm rot="5400000">
            <a:off x="4578551" y="2931898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112F0B5E-FE72-4405-132D-F6E4C8744798}"/>
              </a:ext>
            </a:extLst>
          </p:cNvPr>
          <p:cNvCxnSpPr>
            <a:cxnSpLocks/>
          </p:cNvCxnSpPr>
          <p:nvPr/>
        </p:nvCxnSpPr>
        <p:spPr>
          <a:xfrm>
            <a:off x="2345468" y="3661514"/>
            <a:ext cx="25302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C1D70F79-751F-C3C9-A268-3BC041C7D598}"/>
              </a:ext>
            </a:extLst>
          </p:cNvPr>
          <p:cNvSpPr txBox="1"/>
          <p:nvPr/>
        </p:nvSpPr>
        <p:spPr>
          <a:xfrm>
            <a:off x="2972043" y="3689192"/>
            <a:ext cx="12792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업무지시자 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김철수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A904EA2-35E4-6902-F16F-2BE10F59498F}"/>
              </a:ext>
            </a:extLst>
          </p:cNvPr>
          <p:cNvSpPr txBox="1"/>
          <p:nvPr/>
        </p:nvSpPr>
        <p:spPr>
          <a:xfrm>
            <a:off x="2943818" y="3025190"/>
            <a:ext cx="2047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 완료 객실에 선배정 하고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선배정표 기록해 주세요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</a:p>
        </p:txBody>
      </p:sp>
      <p:pic>
        <p:nvPicPr>
          <p:cNvPr id="99" name="그래픽 98" descr="시계 윤곽선">
            <a:extLst>
              <a:ext uri="{FF2B5EF4-FFF2-40B4-BE49-F238E27FC236}">
                <a16:creationId xmlns:a16="http://schemas.microsoft.com/office/drawing/2014/main" id="{9111216C-9289-40FA-CB64-84A37870BA6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88719" y="3381921"/>
            <a:ext cx="230832" cy="230832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476A1958-4DEA-C2D0-A0FF-6C7927441B7B}"/>
              </a:ext>
            </a:extLst>
          </p:cNvPr>
          <p:cNvSpPr txBox="1"/>
          <p:nvPr/>
        </p:nvSpPr>
        <p:spPr>
          <a:xfrm>
            <a:off x="3177717" y="3381921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2025.00.00 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3B757DFC-74D6-1840-FBBD-933025092128}"/>
              </a:ext>
            </a:extLst>
          </p:cNvPr>
          <p:cNvSpPr/>
          <p:nvPr/>
        </p:nvSpPr>
        <p:spPr>
          <a:xfrm>
            <a:off x="2345468" y="4053671"/>
            <a:ext cx="2542452" cy="9986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CC01A965-61B4-95AE-56C8-5E677A484258}"/>
              </a:ext>
            </a:extLst>
          </p:cNvPr>
          <p:cNvGrpSpPr/>
          <p:nvPr/>
        </p:nvGrpSpPr>
        <p:grpSpPr>
          <a:xfrm>
            <a:off x="2485136" y="4186896"/>
            <a:ext cx="350480" cy="322128"/>
            <a:chOff x="2475305" y="2790893"/>
            <a:chExt cx="457200" cy="457200"/>
          </a:xfrm>
        </p:grpSpPr>
        <p:sp>
          <p:nvSpPr>
            <p:cNvPr id="103" name="순서도: 연결자 102">
              <a:extLst>
                <a:ext uri="{FF2B5EF4-FFF2-40B4-BE49-F238E27FC236}">
                  <a16:creationId xmlns:a16="http://schemas.microsoft.com/office/drawing/2014/main" id="{E44A328D-59D1-BD10-5E82-947580FBA066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04" name="그래픽 103" descr="남자 옆모습 윤곽선">
              <a:extLst>
                <a:ext uri="{FF2B5EF4-FFF2-40B4-BE49-F238E27FC236}">
                  <a16:creationId xmlns:a16="http://schemas.microsoft.com/office/drawing/2014/main" id="{37246FD5-D917-879C-AC7B-308356764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4F466CC3-D2FF-805A-42B6-398B55BCBBF7}"/>
              </a:ext>
            </a:extLst>
          </p:cNvPr>
          <p:cNvSpPr txBox="1"/>
          <p:nvPr/>
        </p:nvSpPr>
        <p:spPr>
          <a:xfrm rot="5400000">
            <a:off x="4590714" y="4069554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F7120BE9-EF73-4313-E26F-22AAA0FE5448}"/>
              </a:ext>
            </a:extLst>
          </p:cNvPr>
          <p:cNvCxnSpPr>
            <a:cxnSpLocks/>
          </p:cNvCxnSpPr>
          <p:nvPr/>
        </p:nvCxnSpPr>
        <p:spPr>
          <a:xfrm>
            <a:off x="2357631" y="4799170"/>
            <a:ext cx="25302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A7194A7-2EC5-CD6C-D53D-7DB79B993912}"/>
              </a:ext>
            </a:extLst>
          </p:cNvPr>
          <p:cNvSpPr txBox="1"/>
          <p:nvPr/>
        </p:nvSpPr>
        <p:spPr>
          <a:xfrm>
            <a:off x="2984206" y="4826848"/>
            <a:ext cx="12792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업무지시자 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김철수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0678C37-EBCC-51A8-02F3-6E0216F0CAC9}"/>
              </a:ext>
            </a:extLst>
          </p:cNvPr>
          <p:cNvSpPr txBox="1"/>
          <p:nvPr/>
        </p:nvSpPr>
        <p:spPr>
          <a:xfrm>
            <a:off x="2955981" y="4162846"/>
            <a:ext cx="2047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 완료 객실에 선배정 하고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선배정표 기록해 주세요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</a:p>
        </p:txBody>
      </p:sp>
      <p:pic>
        <p:nvPicPr>
          <p:cNvPr id="109" name="그래픽 108" descr="시계 윤곽선">
            <a:extLst>
              <a:ext uri="{FF2B5EF4-FFF2-40B4-BE49-F238E27FC236}">
                <a16:creationId xmlns:a16="http://schemas.microsoft.com/office/drawing/2014/main" id="{E6DA1EB0-D2E5-0756-6EFB-A0B13E21227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00882" y="4519577"/>
            <a:ext cx="230832" cy="230832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57CD0056-7839-0465-5F01-19CF54CA3811}"/>
              </a:ext>
            </a:extLst>
          </p:cNvPr>
          <p:cNvSpPr txBox="1"/>
          <p:nvPr/>
        </p:nvSpPr>
        <p:spPr>
          <a:xfrm>
            <a:off x="3189880" y="4519577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2025.00.00 </a:t>
            </a: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03B67DFE-48D7-B5AD-4C7A-D97F9536DBC0}"/>
              </a:ext>
            </a:extLst>
          </p:cNvPr>
          <p:cNvSpPr/>
          <p:nvPr/>
        </p:nvSpPr>
        <p:spPr>
          <a:xfrm>
            <a:off x="2345468" y="5206522"/>
            <a:ext cx="2542452" cy="9986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EDD366F9-519E-A8DA-2FA7-ABB5D87BA7D3}"/>
              </a:ext>
            </a:extLst>
          </p:cNvPr>
          <p:cNvGrpSpPr/>
          <p:nvPr/>
        </p:nvGrpSpPr>
        <p:grpSpPr>
          <a:xfrm>
            <a:off x="2485136" y="5339747"/>
            <a:ext cx="350480" cy="322128"/>
            <a:chOff x="2475305" y="2790893"/>
            <a:chExt cx="457200" cy="457200"/>
          </a:xfrm>
        </p:grpSpPr>
        <p:sp>
          <p:nvSpPr>
            <p:cNvPr id="113" name="순서도: 연결자 112">
              <a:extLst>
                <a:ext uri="{FF2B5EF4-FFF2-40B4-BE49-F238E27FC236}">
                  <a16:creationId xmlns:a16="http://schemas.microsoft.com/office/drawing/2014/main" id="{08EEB6C8-9053-BC2E-069A-901CBC89F28F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4" name="그래픽 113" descr="남자 옆모습 윤곽선">
              <a:extLst>
                <a:ext uri="{FF2B5EF4-FFF2-40B4-BE49-F238E27FC236}">
                  <a16:creationId xmlns:a16="http://schemas.microsoft.com/office/drawing/2014/main" id="{8E52CE3A-B7A6-089F-5CF0-95D9B290E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A09D76E3-27B1-55DF-6A13-F99610D86370}"/>
              </a:ext>
            </a:extLst>
          </p:cNvPr>
          <p:cNvSpPr txBox="1"/>
          <p:nvPr/>
        </p:nvSpPr>
        <p:spPr>
          <a:xfrm rot="5400000">
            <a:off x="4590714" y="5222405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7A8546F-776E-F10D-1885-D3AF4542F487}"/>
              </a:ext>
            </a:extLst>
          </p:cNvPr>
          <p:cNvCxnSpPr>
            <a:cxnSpLocks/>
          </p:cNvCxnSpPr>
          <p:nvPr/>
        </p:nvCxnSpPr>
        <p:spPr>
          <a:xfrm>
            <a:off x="2357631" y="5952021"/>
            <a:ext cx="25302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F6C04E56-6338-C6EA-0236-9EDB468517AB}"/>
              </a:ext>
            </a:extLst>
          </p:cNvPr>
          <p:cNvSpPr txBox="1"/>
          <p:nvPr/>
        </p:nvSpPr>
        <p:spPr>
          <a:xfrm>
            <a:off x="2984206" y="5979699"/>
            <a:ext cx="12792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업무지시자 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김철수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2BA36F6-E42A-A784-4C71-1765CF124B97}"/>
              </a:ext>
            </a:extLst>
          </p:cNvPr>
          <p:cNvSpPr txBox="1"/>
          <p:nvPr/>
        </p:nvSpPr>
        <p:spPr>
          <a:xfrm>
            <a:off x="2968144" y="5300502"/>
            <a:ext cx="2047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 완료 객실에 선배정 하고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선배정표 기록해 주세요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</a:p>
        </p:txBody>
      </p:sp>
      <p:pic>
        <p:nvPicPr>
          <p:cNvPr id="119" name="그래픽 118" descr="시계 윤곽선">
            <a:extLst>
              <a:ext uri="{FF2B5EF4-FFF2-40B4-BE49-F238E27FC236}">
                <a16:creationId xmlns:a16="http://schemas.microsoft.com/office/drawing/2014/main" id="{425D30E3-4D62-9334-B08D-8D1C1046068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00882" y="5672428"/>
            <a:ext cx="230832" cy="23083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19DBAF35-8E12-6114-4037-DF50D105BAD2}"/>
              </a:ext>
            </a:extLst>
          </p:cNvPr>
          <p:cNvSpPr txBox="1"/>
          <p:nvPr/>
        </p:nvSpPr>
        <p:spPr>
          <a:xfrm>
            <a:off x="3189880" y="5672428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2025.00.00 </a:t>
            </a: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F6442D6A-CE25-90BA-DBB2-223E4387837F}"/>
              </a:ext>
            </a:extLst>
          </p:cNvPr>
          <p:cNvSpPr/>
          <p:nvPr/>
        </p:nvSpPr>
        <p:spPr>
          <a:xfrm>
            <a:off x="5539523" y="2916015"/>
            <a:ext cx="2542452" cy="9986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22B3AF41-763D-DE39-5287-476E2C3B50C8}"/>
              </a:ext>
            </a:extLst>
          </p:cNvPr>
          <p:cNvGrpSpPr/>
          <p:nvPr/>
        </p:nvGrpSpPr>
        <p:grpSpPr>
          <a:xfrm>
            <a:off x="5679191" y="3049240"/>
            <a:ext cx="350480" cy="322128"/>
            <a:chOff x="2475305" y="2790893"/>
            <a:chExt cx="457200" cy="457200"/>
          </a:xfrm>
        </p:grpSpPr>
        <p:sp>
          <p:nvSpPr>
            <p:cNvPr id="123" name="순서도: 연결자 122">
              <a:extLst>
                <a:ext uri="{FF2B5EF4-FFF2-40B4-BE49-F238E27FC236}">
                  <a16:creationId xmlns:a16="http://schemas.microsoft.com/office/drawing/2014/main" id="{467D624C-1BCF-25F8-8015-4ECB10CB6CC7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24" name="그래픽 123" descr="남자 옆모습 윤곽선">
              <a:extLst>
                <a:ext uri="{FF2B5EF4-FFF2-40B4-BE49-F238E27FC236}">
                  <a16:creationId xmlns:a16="http://schemas.microsoft.com/office/drawing/2014/main" id="{6992052F-54AE-A90E-01B3-89B278C31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F8DBCC01-EDF4-68B1-C681-DA1344AE9755}"/>
              </a:ext>
            </a:extLst>
          </p:cNvPr>
          <p:cNvSpPr txBox="1"/>
          <p:nvPr/>
        </p:nvSpPr>
        <p:spPr>
          <a:xfrm>
            <a:off x="5205956" y="3360644"/>
            <a:ext cx="12792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프론트 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000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23E113A-34CE-A20A-6E25-464D129B539D}"/>
              </a:ext>
            </a:extLst>
          </p:cNvPr>
          <p:cNvSpPr txBox="1"/>
          <p:nvPr/>
        </p:nvSpPr>
        <p:spPr>
          <a:xfrm rot="5400000">
            <a:off x="7784769" y="2931898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96B65818-AA15-A5AA-B10E-1F1ABA2C8B94}"/>
              </a:ext>
            </a:extLst>
          </p:cNvPr>
          <p:cNvCxnSpPr>
            <a:cxnSpLocks/>
          </p:cNvCxnSpPr>
          <p:nvPr/>
        </p:nvCxnSpPr>
        <p:spPr>
          <a:xfrm>
            <a:off x="5551686" y="3661514"/>
            <a:ext cx="25302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80168867-1BBE-9E73-9611-92E96A197E2E}"/>
              </a:ext>
            </a:extLst>
          </p:cNvPr>
          <p:cNvSpPr txBox="1"/>
          <p:nvPr/>
        </p:nvSpPr>
        <p:spPr>
          <a:xfrm>
            <a:off x="6178261" y="3689192"/>
            <a:ext cx="12792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업무지시자 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김철수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A091008-87F2-330B-EA63-155FA25EEA0B}"/>
              </a:ext>
            </a:extLst>
          </p:cNvPr>
          <p:cNvSpPr txBox="1"/>
          <p:nvPr/>
        </p:nvSpPr>
        <p:spPr>
          <a:xfrm>
            <a:off x="6150036" y="3025190"/>
            <a:ext cx="2047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 완료 객실에 선배정 하고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선배정표 기록해 주세요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</a:p>
        </p:txBody>
      </p:sp>
      <p:pic>
        <p:nvPicPr>
          <p:cNvPr id="130" name="그래픽 129" descr="시계 윤곽선">
            <a:extLst>
              <a:ext uri="{FF2B5EF4-FFF2-40B4-BE49-F238E27FC236}">
                <a16:creationId xmlns:a16="http://schemas.microsoft.com/office/drawing/2014/main" id="{A32D4EE1-4B61-25BC-39B1-5A262BD184A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94937" y="3381921"/>
            <a:ext cx="230832" cy="230832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3F3D8280-5358-DD68-433D-5FE1764526FC}"/>
              </a:ext>
            </a:extLst>
          </p:cNvPr>
          <p:cNvSpPr txBox="1"/>
          <p:nvPr/>
        </p:nvSpPr>
        <p:spPr>
          <a:xfrm>
            <a:off x="6383935" y="3381921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2025.00.00 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E17BBF24-B464-E73C-B035-5709D9A60602}"/>
              </a:ext>
            </a:extLst>
          </p:cNvPr>
          <p:cNvSpPr/>
          <p:nvPr/>
        </p:nvSpPr>
        <p:spPr>
          <a:xfrm>
            <a:off x="5551686" y="4053671"/>
            <a:ext cx="2542452" cy="9986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BF2ECC90-4C6B-EA8B-F517-4AEBC5CB31F6}"/>
              </a:ext>
            </a:extLst>
          </p:cNvPr>
          <p:cNvGrpSpPr/>
          <p:nvPr/>
        </p:nvGrpSpPr>
        <p:grpSpPr>
          <a:xfrm>
            <a:off x="5691354" y="4186896"/>
            <a:ext cx="350480" cy="322128"/>
            <a:chOff x="2475305" y="2790893"/>
            <a:chExt cx="457200" cy="457200"/>
          </a:xfrm>
        </p:grpSpPr>
        <p:sp>
          <p:nvSpPr>
            <p:cNvPr id="134" name="순서도: 연결자 133">
              <a:extLst>
                <a:ext uri="{FF2B5EF4-FFF2-40B4-BE49-F238E27FC236}">
                  <a16:creationId xmlns:a16="http://schemas.microsoft.com/office/drawing/2014/main" id="{95C92D7A-94AD-CFDB-0E52-F6888BAD1498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5" name="그래픽 134" descr="남자 옆모습 윤곽선">
              <a:extLst>
                <a:ext uri="{FF2B5EF4-FFF2-40B4-BE49-F238E27FC236}">
                  <a16:creationId xmlns:a16="http://schemas.microsoft.com/office/drawing/2014/main" id="{F3E515E6-2761-20FA-2E42-9A87A530E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D8409E26-EF9D-2853-965D-3E01C56CC0FB}"/>
              </a:ext>
            </a:extLst>
          </p:cNvPr>
          <p:cNvSpPr txBox="1"/>
          <p:nvPr/>
        </p:nvSpPr>
        <p:spPr>
          <a:xfrm rot="5400000">
            <a:off x="7796932" y="4069554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D30AA473-BD1E-0A1F-EB6E-F4B435D7D4D6}"/>
              </a:ext>
            </a:extLst>
          </p:cNvPr>
          <p:cNvCxnSpPr>
            <a:cxnSpLocks/>
          </p:cNvCxnSpPr>
          <p:nvPr/>
        </p:nvCxnSpPr>
        <p:spPr>
          <a:xfrm>
            <a:off x="5563849" y="4799170"/>
            <a:ext cx="25302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593DA937-8208-C5FE-323D-6F216D3835DB}"/>
              </a:ext>
            </a:extLst>
          </p:cNvPr>
          <p:cNvSpPr txBox="1"/>
          <p:nvPr/>
        </p:nvSpPr>
        <p:spPr>
          <a:xfrm>
            <a:off x="6190424" y="4826848"/>
            <a:ext cx="12792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업무지시자 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김철수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5068556-6C47-282F-8BBF-A1C9FBB4983B}"/>
              </a:ext>
            </a:extLst>
          </p:cNvPr>
          <p:cNvSpPr txBox="1"/>
          <p:nvPr/>
        </p:nvSpPr>
        <p:spPr>
          <a:xfrm>
            <a:off x="6162199" y="4162846"/>
            <a:ext cx="2047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 완료 객실에 선배정 하고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선배정표 기록해 주세요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</a:p>
        </p:txBody>
      </p:sp>
      <p:pic>
        <p:nvPicPr>
          <p:cNvPr id="140" name="그래픽 139" descr="시계 윤곽선">
            <a:extLst>
              <a:ext uri="{FF2B5EF4-FFF2-40B4-BE49-F238E27FC236}">
                <a16:creationId xmlns:a16="http://schemas.microsoft.com/office/drawing/2014/main" id="{765AA9E8-A35B-9DAE-3183-51DA5902679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07100" y="4519577"/>
            <a:ext cx="230832" cy="230832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8FBA39A5-9197-7796-F1C5-93338106ED81}"/>
              </a:ext>
            </a:extLst>
          </p:cNvPr>
          <p:cNvSpPr txBox="1"/>
          <p:nvPr/>
        </p:nvSpPr>
        <p:spPr>
          <a:xfrm>
            <a:off x="6396098" y="4519577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2025.00.00 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EB32315F-A6D9-5568-650E-120472C39CDB}"/>
              </a:ext>
            </a:extLst>
          </p:cNvPr>
          <p:cNvSpPr/>
          <p:nvPr/>
        </p:nvSpPr>
        <p:spPr>
          <a:xfrm>
            <a:off x="5551686" y="5206522"/>
            <a:ext cx="2542452" cy="9986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C16C4C52-4418-E8E9-E1C1-17226E382CEA}"/>
              </a:ext>
            </a:extLst>
          </p:cNvPr>
          <p:cNvGrpSpPr/>
          <p:nvPr/>
        </p:nvGrpSpPr>
        <p:grpSpPr>
          <a:xfrm>
            <a:off x="5691354" y="5339747"/>
            <a:ext cx="350480" cy="322128"/>
            <a:chOff x="2475305" y="2790893"/>
            <a:chExt cx="457200" cy="457200"/>
          </a:xfrm>
        </p:grpSpPr>
        <p:sp>
          <p:nvSpPr>
            <p:cNvPr id="144" name="순서도: 연결자 143">
              <a:extLst>
                <a:ext uri="{FF2B5EF4-FFF2-40B4-BE49-F238E27FC236}">
                  <a16:creationId xmlns:a16="http://schemas.microsoft.com/office/drawing/2014/main" id="{B9FDB1CB-4346-9384-C753-F2C1136EE87D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45" name="그래픽 144" descr="남자 옆모습 윤곽선">
              <a:extLst>
                <a:ext uri="{FF2B5EF4-FFF2-40B4-BE49-F238E27FC236}">
                  <a16:creationId xmlns:a16="http://schemas.microsoft.com/office/drawing/2014/main" id="{4AA484E4-AAEC-C6EF-7D6C-C6C3D720E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A2D94044-AD48-C759-D81F-113E3F7173E3}"/>
              </a:ext>
            </a:extLst>
          </p:cNvPr>
          <p:cNvSpPr txBox="1"/>
          <p:nvPr/>
        </p:nvSpPr>
        <p:spPr>
          <a:xfrm rot="5400000">
            <a:off x="7796932" y="5222405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255FDD6A-8F9D-A7D9-6544-01750A42CA45}"/>
              </a:ext>
            </a:extLst>
          </p:cNvPr>
          <p:cNvCxnSpPr>
            <a:cxnSpLocks/>
          </p:cNvCxnSpPr>
          <p:nvPr/>
        </p:nvCxnSpPr>
        <p:spPr>
          <a:xfrm>
            <a:off x="5563849" y="5952021"/>
            <a:ext cx="25302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B0EE0C40-BAD4-D481-B16D-01AF0EBC2EDC}"/>
              </a:ext>
            </a:extLst>
          </p:cNvPr>
          <p:cNvSpPr txBox="1"/>
          <p:nvPr/>
        </p:nvSpPr>
        <p:spPr>
          <a:xfrm>
            <a:off x="6190424" y="5979699"/>
            <a:ext cx="12792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업무지시자 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김철수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FDD66F5-8606-D486-E95A-4BE7C1C5BCFB}"/>
              </a:ext>
            </a:extLst>
          </p:cNvPr>
          <p:cNvSpPr txBox="1"/>
          <p:nvPr/>
        </p:nvSpPr>
        <p:spPr>
          <a:xfrm>
            <a:off x="6115997" y="5300502"/>
            <a:ext cx="2047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 완료 객실에 선배정 하고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선배정표 기록해 주세요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</a:p>
        </p:txBody>
      </p:sp>
      <p:pic>
        <p:nvPicPr>
          <p:cNvPr id="150" name="그래픽 149" descr="시계 윤곽선">
            <a:extLst>
              <a:ext uri="{FF2B5EF4-FFF2-40B4-BE49-F238E27FC236}">
                <a16:creationId xmlns:a16="http://schemas.microsoft.com/office/drawing/2014/main" id="{4A81757F-E8D4-A5CA-82B2-ECE7D14B7DD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07100" y="5672428"/>
            <a:ext cx="230832" cy="230832"/>
          </a:xfrm>
          <a:prstGeom prst="rect">
            <a:avLst/>
          </a:prstGeom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8FD36987-61D9-5B81-1EAB-5D171C5E97B9}"/>
              </a:ext>
            </a:extLst>
          </p:cNvPr>
          <p:cNvSpPr txBox="1"/>
          <p:nvPr/>
        </p:nvSpPr>
        <p:spPr>
          <a:xfrm>
            <a:off x="6396098" y="5672428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2025.00.00 </a:t>
            </a:r>
          </a:p>
        </p:txBody>
      </p: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22B9A37B-AB61-4CC9-13E6-3A6828AAAA65}"/>
              </a:ext>
            </a:extLst>
          </p:cNvPr>
          <p:cNvSpPr/>
          <p:nvPr/>
        </p:nvSpPr>
        <p:spPr>
          <a:xfrm>
            <a:off x="8765196" y="2916015"/>
            <a:ext cx="2542452" cy="9986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0C90E090-1996-DD78-497E-E806906703C7}"/>
              </a:ext>
            </a:extLst>
          </p:cNvPr>
          <p:cNvGrpSpPr/>
          <p:nvPr/>
        </p:nvGrpSpPr>
        <p:grpSpPr>
          <a:xfrm>
            <a:off x="8904864" y="3049240"/>
            <a:ext cx="350480" cy="322128"/>
            <a:chOff x="2475305" y="2790893"/>
            <a:chExt cx="457200" cy="457200"/>
          </a:xfrm>
        </p:grpSpPr>
        <p:sp>
          <p:nvSpPr>
            <p:cNvPr id="154" name="순서도: 연결자 153">
              <a:extLst>
                <a:ext uri="{FF2B5EF4-FFF2-40B4-BE49-F238E27FC236}">
                  <a16:creationId xmlns:a16="http://schemas.microsoft.com/office/drawing/2014/main" id="{FBBB0A24-EB96-E05F-D92B-E840ADAC6018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55" name="그래픽 154" descr="남자 옆모습 윤곽선">
              <a:extLst>
                <a:ext uri="{FF2B5EF4-FFF2-40B4-BE49-F238E27FC236}">
                  <a16:creationId xmlns:a16="http://schemas.microsoft.com/office/drawing/2014/main" id="{AD50EA5C-F6F4-5A92-1ECE-919543B92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9FD3982A-11A1-40EA-C933-4328FBF7789F}"/>
              </a:ext>
            </a:extLst>
          </p:cNvPr>
          <p:cNvSpPr txBox="1"/>
          <p:nvPr/>
        </p:nvSpPr>
        <p:spPr>
          <a:xfrm>
            <a:off x="8431629" y="3360644"/>
            <a:ext cx="12792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프론트 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000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06E9BAB-D331-9AC6-62B7-B03BD1D357F1}"/>
              </a:ext>
            </a:extLst>
          </p:cNvPr>
          <p:cNvSpPr txBox="1"/>
          <p:nvPr/>
        </p:nvSpPr>
        <p:spPr>
          <a:xfrm rot="5400000">
            <a:off x="11010442" y="2931898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247B3811-3001-1A37-814E-63E48851653A}"/>
              </a:ext>
            </a:extLst>
          </p:cNvPr>
          <p:cNvCxnSpPr>
            <a:cxnSpLocks/>
          </p:cNvCxnSpPr>
          <p:nvPr/>
        </p:nvCxnSpPr>
        <p:spPr>
          <a:xfrm>
            <a:off x="8777359" y="3661514"/>
            <a:ext cx="25302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DAAB49F6-269E-5199-05E1-61AF52B72017}"/>
              </a:ext>
            </a:extLst>
          </p:cNvPr>
          <p:cNvSpPr txBox="1"/>
          <p:nvPr/>
        </p:nvSpPr>
        <p:spPr>
          <a:xfrm>
            <a:off x="9403934" y="3689192"/>
            <a:ext cx="12792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업무지시자 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김철수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BADE7B8-587C-C80A-90A0-1A87D97EDF1A}"/>
              </a:ext>
            </a:extLst>
          </p:cNvPr>
          <p:cNvSpPr txBox="1"/>
          <p:nvPr/>
        </p:nvSpPr>
        <p:spPr>
          <a:xfrm>
            <a:off x="9375709" y="3025190"/>
            <a:ext cx="2047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 완료 객실에 선배정 하고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선배정표 기록해 주세요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</a:p>
        </p:txBody>
      </p:sp>
      <p:pic>
        <p:nvPicPr>
          <p:cNvPr id="161" name="그래픽 160" descr="시계 윤곽선">
            <a:extLst>
              <a:ext uri="{FF2B5EF4-FFF2-40B4-BE49-F238E27FC236}">
                <a16:creationId xmlns:a16="http://schemas.microsoft.com/office/drawing/2014/main" id="{7FB00345-0498-768F-55AE-3FA9D52F37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20610" y="3381921"/>
            <a:ext cx="230832" cy="230832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C2EB17B9-D02D-FCF6-EB8D-164B13FBF208}"/>
              </a:ext>
            </a:extLst>
          </p:cNvPr>
          <p:cNvSpPr txBox="1"/>
          <p:nvPr/>
        </p:nvSpPr>
        <p:spPr>
          <a:xfrm>
            <a:off x="9609608" y="3381921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2025.00.00 </a:t>
            </a:r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25C8DF3E-ED82-334E-57EC-DE4151D3A7F6}"/>
              </a:ext>
            </a:extLst>
          </p:cNvPr>
          <p:cNvSpPr/>
          <p:nvPr/>
        </p:nvSpPr>
        <p:spPr>
          <a:xfrm>
            <a:off x="8777359" y="4053671"/>
            <a:ext cx="2542452" cy="9986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765ED23C-0A83-00A6-9B90-8CC9534B8D08}"/>
              </a:ext>
            </a:extLst>
          </p:cNvPr>
          <p:cNvGrpSpPr/>
          <p:nvPr/>
        </p:nvGrpSpPr>
        <p:grpSpPr>
          <a:xfrm>
            <a:off x="8917027" y="4186896"/>
            <a:ext cx="350480" cy="322128"/>
            <a:chOff x="2475305" y="2790893"/>
            <a:chExt cx="457200" cy="457200"/>
          </a:xfrm>
        </p:grpSpPr>
        <p:sp>
          <p:nvSpPr>
            <p:cNvPr id="165" name="순서도: 연결자 164">
              <a:extLst>
                <a:ext uri="{FF2B5EF4-FFF2-40B4-BE49-F238E27FC236}">
                  <a16:creationId xmlns:a16="http://schemas.microsoft.com/office/drawing/2014/main" id="{2117F055-4115-78A8-ED83-F5B1F9289035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66" name="그래픽 165" descr="남자 옆모습 윤곽선">
              <a:extLst>
                <a:ext uri="{FF2B5EF4-FFF2-40B4-BE49-F238E27FC236}">
                  <a16:creationId xmlns:a16="http://schemas.microsoft.com/office/drawing/2014/main" id="{2D44CC65-E61C-C173-5752-F993DD124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89F6E454-B353-4B50-4954-570E248B593E}"/>
              </a:ext>
            </a:extLst>
          </p:cNvPr>
          <p:cNvSpPr txBox="1"/>
          <p:nvPr/>
        </p:nvSpPr>
        <p:spPr>
          <a:xfrm rot="5400000">
            <a:off x="11022605" y="4069554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10FB73F-CB39-6AF9-391F-80B596EB6AB1}"/>
              </a:ext>
            </a:extLst>
          </p:cNvPr>
          <p:cNvCxnSpPr>
            <a:cxnSpLocks/>
          </p:cNvCxnSpPr>
          <p:nvPr/>
        </p:nvCxnSpPr>
        <p:spPr>
          <a:xfrm>
            <a:off x="8789522" y="4799170"/>
            <a:ext cx="25302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7806D505-5CC7-320A-2DF1-B925E7B90F50}"/>
              </a:ext>
            </a:extLst>
          </p:cNvPr>
          <p:cNvSpPr txBox="1"/>
          <p:nvPr/>
        </p:nvSpPr>
        <p:spPr>
          <a:xfrm>
            <a:off x="9416097" y="4826848"/>
            <a:ext cx="12792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업무지시자 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김철수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2BC489F-55F4-8BB4-B95F-67F0FBC34231}"/>
              </a:ext>
            </a:extLst>
          </p:cNvPr>
          <p:cNvSpPr txBox="1"/>
          <p:nvPr/>
        </p:nvSpPr>
        <p:spPr>
          <a:xfrm>
            <a:off x="9387872" y="4162846"/>
            <a:ext cx="2047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 완료 객실에 선배정 하고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선배정표 기록해 주세요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</a:p>
        </p:txBody>
      </p:sp>
      <p:pic>
        <p:nvPicPr>
          <p:cNvPr id="171" name="그래픽 170" descr="시계 윤곽선">
            <a:extLst>
              <a:ext uri="{FF2B5EF4-FFF2-40B4-BE49-F238E27FC236}">
                <a16:creationId xmlns:a16="http://schemas.microsoft.com/office/drawing/2014/main" id="{66B87ADE-B2A3-EC54-E7BA-96E93DA685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32773" y="4519577"/>
            <a:ext cx="230832" cy="230832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E0ECA59F-B096-8DCF-6A03-8E1AC4BDDD88}"/>
              </a:ext>
            </a:extLst>
          </p:cNvPr>
          <p:cNvSpPr txBox="1"/>
          <p:nvPr/>
        </p:nvSpPr>
        <p:spPr>
          <a:xfrm>
            <a:off x="9621771" y="4519577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2025.00.00 </a:t>
            </a: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FBE57CB0-5D60-7CD2-2871-6DDA54B573D6}"/>
              </a:ext>
            </a:extLst>
          </p:cNvPr>
          <p:cNvSpPr/>
          <p:nvPr/>
        </p:nvSpPr>
        <p:spPr>
          <a:xfrm>
            <a:off x="8777359" y="5206522"/>
            <a:ext cx="2542452" cy="99861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BC62F2C5-611A-2E17-1936-FCF75C6C4D0E}"/>
              </a:ext>
            </a:extLst>
          </p:cNvPr>
          <p:cNvGrpSpPr/>
          <p:nvPr/>
        </p:nvGrpSpPr>
        <p:grpSpPr>
          <a:xfrm>
            <a:off x="8917027" y="5339747"/>
            <a:ext cx="350480" cy="322128"/>
            <a:chOff x="2475305" y="2790893"/>
            <a:chExt cx="457200" cy="457200"/>
          </a:xfrm>
        </p:grpSpPr>
        <p:sp>
          <p:nvSpPr>
            <p:cNvPr id="175" name="순서도: 연결자 174">
              <a:extLst>
                <a:ext uri="{FF2B5EF4-FFF2-40B4-BE49-F238E27FC236}">
                  <a16:creationId xmlns:a16="http://schemas.microsoft.com/office/drawing/2014/main" id="{2294735E-F25F-AED5-689B-1C40234C002E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76" name="그래픽 175" descr="남자 옆모습 윤곽선">
              <a:extLst>
                <a:ext uri="{FF2B5EF4-FFF2-40B4-BE49-F238E27FC236}">
                  <a16:creationId xmlns:a16="http://schemas.microsoft.com/office/drawing/2014/main" id="{D7A773A0-C089-4C7D-B519-E841BED35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sp>
        <p:nvSpPr>
          <p:cNvPr id="177" name="TextBox 176">
            <a:extLst>
              <a:ext uri="{FF2B5EF4-FFF2-40B4-BE49-F238E27FC236}">
                <a16:creationId xmlns:a16="http://schemas.microsoft.com/office/drawing/2014/main" id="{B45D8D9B-413B-EBA1-8BEB-265B756B1DE5}"/>
              </a:ext>
            </a:extLst>
          </p:cNvPr>
          <p:cNvSpPr txBox="1"/>
          <p:nvPr/>
        </p:nvSpPr>
        <p:spPr>
          <a:xfrm rot="5400000">
            <a:off x="11022605" y="5222405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30899AD-98E3-B2C3-4E08-2252C58FD118}"/>
              </a:ext>
            </a:extLst>
          </p:cNvPr>
          <p:cNvCxnSpPr>
            <a:cxnSpLocks/>
          </p:cNvCxnSpPr>
          <p:nvPr/>
        </p:nvCxnSpPr>
        <p:spPr>
          <a:xfrm>
            <a:off x="8789522" y="5952021"/>
            <a:ext cx="25302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6DD54AD1-3284-F3A2-E679-AF39503DCEC3}"/>
              </a:ext>
            </a:extLst>
          </p:cNvPr>
          <p:cNvSpPr txBox="1"/>
          <p:nvPr/>
        </p:nvSpPr>
        <p:spPr>
          <a:xfrm>
            <a:off x="9416097" y="5979699"/>
            <a:ext cx="12792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업무지시자 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김철수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7641180-5559-0D7A-D932-AA2321BFD76F}"/>
              </a:ext>
            </a:extLst>
          </p:cNvPr>
          <p:cNvSpPr txBox="1"/>
          <p:nvPr/>
        </p:nvSpPr>
        <p:spPr>
          <a:xfrm>
            <a:off x="9400035" y="5300502"/>
            <a:ext cx="2047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 완료 객실에 선배정 하고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선배정표 기록해 주세요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</a:p>
        </p:txBody>
      </p:sp>
      <p:pic>
        <p:nvPicPr>
          <p:cNvPr id="181" name="그래픽 180" descr="시계 윤곽선">
            <a:extLst>
              <a:ext uri="{FF2B5EF4-FFF2-40B4-BE49-F238E27FC236}">
                <a16:creationId xmlns:a16="http://schemas.microsoft.com/office/drawing/2014/main" id="{BE866AB6-618B-2A0F-7077-4131A67884F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32773" y="5672428"/>
            <a:ext cx="230832" cy="230832"/>
          </a:xfrm>
          <a:prstGeom prst="rect">
            <a:avLst/>
          </a:prstGeom>
        </p:spPr>
      </p:pic>
      <p:sp>
        <p:nvSpPr>
          <p:cNvPr id="182" name="TextBox 181">
            <a:extLst>
              <a:ext uri="{FF2B5EF4-FFF2-40B4-BE49-F238E27FC236}">
                <a16:creationId xmlns:a16="http://schemas.microsoft.com/office/drawing/2014/main" id="{DBB26D04-64EE-FDB3-23AF-5B6FECE3C56C}"/>
              </a:ext>
            </a:extLst>
          </p:cNvPr>
          <p:cNvSpPr txBox="1"/>
          <p:nvPr/>
        </p:nvSpPr>
        <p:spPr>
          <a:xfrm>
            <a:off x="9621771" y="5672428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2025.00.00 </a:t>
            </a:r>
          </a:p>
        </p:txBody>
      </p: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AB91CB21-ECC1-703D-20DE-D870B1725BA8}"/>
              </a:ext>
            </a:extLst>
          </p:cNvPr>
          <p:cNvSpPr/>
          <p:nvPr/>
        </p:nvSpPr>
        <p:spPr>
          <a:xfrm>
            <a:off x="4521372" y="1789834"/>
            <a:ext cx="567160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다운로드</a:t>
            </a:r>
          </a:p>
        </p:txBody>
      </p:sp>
      <p:sp>
        <p:nvSpPr>
          <p:cNvPr id="26" name="순서도: 수행의 시작/종료 25">
            <a:extLst>
              <a:ext uri="{FF2B5EF4-FFF2-40B4-BE49-F238E27FC236}">
                <a16:creationId xmlns:a16="http://schemas.microsoft.com/office/drawing/2014/main" id="{945079EC-3C9F-26A7-B748-08DF1010535B}"/>
              </a:ext>
            </a:extLst>
          </p:cNvPr>
          <p:cNvSpPr/>
          <p:nvPr/>
        </p:nvSpPr>
        <p:spPr>
          <a:xfrm>
            <a:off x="7728095" y="1805628"/>
            <a:ext cx="567160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다운로드</a:t>
            </a:r>
          </a:p>
        </p:txBody>
      </p:sp>
      <p:sp>
        <p:nvSpPr>
          <p:cNvPr id="33" name="순서도: 수행의 시작/종료 32">
            <a:extLst>
              <a:ext uri="{FF2B5EF4-FFF2-40B4-BE49-F238E27FC236}">
                <a16:creationId xmlns:a16="http://schemas.microsoft.com/office/drawing/2014/main" id="{939EFEF2-F847-13DD-4AE5-AFB83C89B340}"/>
              </a:ext>
            </a:extLst>
          </p:cNvPr>
          <p:cNvSpPr/>
          <p:nvPr/>
        </p:nvSpPr>
        <p:spPr>
          <a:xfrm>
            <a:off x="10964074" y="1783057"/>
            <a:ext cx="567160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다운로드</a:t>
            </a:r>
          </a:p>
        </p:txBody>
      </p:sp>
    </p:spTree>
    <p:extLst>
      <p:ext uri="{BB962C8B-B14F-4D97-AF65-F5344CB8AC3E}">
        <p14:creationId xmlns:p14="http://schemas.microsoft.com/office/powerpoint/2010/main" val="1362109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0E101124-938C-1330-572B-AAF4C87BDA97}"/>
              </a:ext>
            </a:extLst>
          </p:cNvPr>
          <p:cNvSpPr/>
          <p:nvPr/>
        </p:nvSpPr>
        <p:spPr>
          <a:xfrm>
            <a:off x="454348" y="1045164"/>
            <a:ext cx="11330677" cy="56746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2A0AD-C107-E47C-6DC5-8E5CFC993C18}"/>
              </a:ext>
            </a:extLst>
          </p:cNvPr>
          <p:cNvSpPr txBox="1"/>
          <p:nvPr/>
        </p:nvSpPr>
        <p:spPr>
          <a:xfrm>
            <a:off x="1482890" y="1358707"/>
            <a:ext cx="2279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조치계획 보드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B2F3A5-CD30-B193-B57F-53FF78A3B0D2}"/>
              </a:ext>
            </a:extLst>
          </p:cNvPr>
          <p:cNvSpPr/>
          <p:nvPr/>
        </p:nvSpPr>
        <p:spPr>
          <a:xfrm>
            <a:off x="1086759" y="-477022"/>
            <a:ext cx="10590877" cy="1501451"/>
          </a:xfrm>
          <a:prstGeom prst="rect">
            <a:avLst/>
          </a:prstGeom>
          <a:solidFill>
            <a:schemeClr val="bg1">
              <a:lumMod val="95000"/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935" tIns="35935" rIns="35935" bIns="35935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Do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1-5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문제 인지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 늦어져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악화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되는 이슈를 방지 할 수 있다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2C9A2-3298-F969-3DB6-C3DA86221F88}"/>
              </a:ext>
            </a:extLst>
          </p:cNvPr>
          <p:cNvSpPr txBox="1"/>
          <p:nvPr/>
        </p:nvSpPr>
        <p:spPr>
          <a:xfrm>
            <a:off x="354208" y="1128935"/>
            <a:ext cx="1278675" cy="39288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ctr" defTabSz="9127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CS MAC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5489ACC-2099-DE0F-27BA-A0284D51E572}"/>
              </a:ext>
            </a:extLst>
          </p:cNvPr>
          <p:cNvGrpSpPr/>
          <p:nvPr/>
        </p:nvGrpSpPr>
        <p:grpSpPr>
          <a:xfrm>
            <a:off x="572105" y="1686729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31FDB12C-B05D-60F4-7053-907D142CFC78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" name="그래픽 10" descr="아래쪽 캐럿 윤곽선">
              <a:extLst>
                <a:ext uri="{FF2B5EF4-FFF2-40B4-BE49-F238E27FC236}">
                  <a16:creationId xmlns:a16="http://schemas.microsoft.com/office/drawing/2014/main" id="{838C1090-822A-3D97-FA74-EA24AE343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BF9E415-AE33-4545-FA84-E10738B1D5D4}"/>
              </a:ext>
            </a:extLst>
          </p:cNvPr>
          <p:cNvCxnSpPr>
            <a:cxnSpLocks/>
          </p:cNvCxnSpPr>
          <p:nvPr/>
        </p:nvCxnSpPr>
        <p:spPr>
          <a:xfrm>
            <a:off x="1701573" y="1318845"/>
            <a:ext cx="0" cy="5053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B2589F3-B04E-DCDA-3B08-7558C66A52AC}"/>
              </a:ext>
            </a:extLst>
          </p:cNvPr>
          <p:cNvGrpSpPr/>
          <p:nvPr/>
        </p:nvGrpSpPr>
        <p:grpSpPr>
          <a:xfrm>
            <a:off x="572105" y="2174861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74A4F045-1B40-DA9B-FFF2-8FFDBA37E7BE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5" name="그래픽 14" descr="아래쪽 캐럿 윤곽선">
              <a:extLst>
                <a:ext uri="{FF2B5EF4-FFF2-40B4-BE49-F238E27FC236}">
                  <a16:creationId xmlns:a16="http://schemas.microsoft.com/office/drawing/2014/main" id="{D5CE0B63-AFE6-4F8F-DC14-645CADE4F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E034489-4234-1BBD-66D0-CCE3E3E2C4E5}"/>
              </a:ext>
            </a:extLst>
          </p:cNvPr>
          <p:cNvSpPr txBox="1"/>
          <p:nvPr/>
        </p:nvSpPr>
        <p:spPr>
          <a:xfrm>
            <a:off x="303534" y="1714899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PDCA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FBB758-9015-3D28-F197-8E688D2D710F}"/>
              </a:ext>
            </a:extLst>
          </p:cNvPr>
          <p:cNvSpPr txBox="1"/>
          <p:nvPr/>
        </p:nvSpPr>
        <p:spPr>
          <a:xfrm>
            <a:off x="368958" y="2186200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Do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순서도: 연결자 17">
            <a:extLst>
              <a:ext uri="{FF2B5EF4-FFF2-40B4-BE49-F238E27FC236}">
                <a16:creationId xmlns:a16="http://schemas.microsoft.com/office/drawing/2014/main" id="{0D8802E7-D2D0-B18A-EB30-4562BABC9606}"/>
              </a:ext>
            </a:extLst>
          </p:cNvPr>
          <p:cNvSpPr/>
          <p:nvPr/>
        </p:nvSpPr>
        <p:spPr>
          <a:xfrm>
            <a:off x="653524" y="2271640"/>
            <a:ext cx="94220" cy="103181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929DC0-B8BC-163E-CEF4-7BFCA2E82768}"/>
              </a:ext>
            </a:extLst>
          </p:cNvPr>
          <p:cNvSpPr txBox="1"/>
          <p:nvPr/>
        </p:nvSpPr>
        <p:spPr>
          <a:xfrm>
            <a:off x="506291" y="2694659"/>
            <a:ext cx="911174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조치계획 보드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보관함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9CDA39B-1ED0-71B4-C7A3-296043D1E177}"/>
              </a:ext>
            </a:extLst>
          </p:cNvPr>
          <p:cNvGrpSpPr/>
          <p:nvPr/>
        </p:nvGrpSpPr>
        <p:grpSpPr>
          <a:xfrm>
            <a:off x="1927044" y="1861564"/>
            <a:ext cx="9648559" cy="764655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B9DB1083-35EB-2633-1C14-0A63C83D3751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4" name="그래픽 23" descr="아래쪽 캐럿 윤곽선">
              <a:extLst>
                <a:ext uri="{FF2B5EF4-FFF2-40B4-BE49-F238E27FC236}">
                  <a16:creationId xmlns:a16="http://schemas.microsoft.com/office/drawing/2014/main" id="{A663A9C1-87C3-8170-5875-1C58720CD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D04BA03-40A1-E6AD-0067-D37FD9C54230}"/>
              </a:ext>
            </a:extLst>
          </p:cNvPr>
          <p:cNvSpPr txBox="1"/>
          <p:nvPr/>
        </p:nvSpPr>
        <p:spPr>
          <a:xfrm>
            <a:off x="5050765" y="2054593"/>
            <a:ext cx="2841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고객접점 미준수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건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AB0185-1A74-889E-3A91-35DFF5B40A1F}"/>
              </a:ext>
            </a:extLst>
          </p:cNvPr>
          <p:cNvSpPr txBox="1"/>
          <p:nvPr/>
        </p:nvSpPr>
        <p:spPr>
          <a:xfrm>
            <a:off x="8279936" y="2056319"/>
            <a:ext cx="2841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법적의무 이행 미준수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건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7CD747-D44C-7AE8-C17D-2A2F8780E1DD}"/>
              </a:ext>
            </a:extLst>
          </p:cNvPr>
          <p:cNvSpPr txBox="1"/>
          <p:nvPr/>
        </p:nvSpPr>
        <p:spPr>
          <a:xfrm>
            <a:off x="1927044" y="2116148"/>
            <a:ext cx="1279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객실팀 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095AD6F-FC04-2474-5B0B-A743D75CD400}"/>
              </a:ext>
            </a:extLst>
          </p:cNvPr>
          <p:cNvSpPr/>
          <p:nvPr/>
        </p:nvSpPr>
        <p:spPr>
          <a:xfrm>
            <a:off x="1985682" y="2825411"/>
            <a:ext cx="2963332" cy="15990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E132E84-145F-E4EC-FE3F-E082797B8D98}"/>
              </a:ext>
            </a:extLst>
          </p:cNvPr>
          <p:cNvSpPr/>
          <p:nvPr/>
        </p:nvSpPr>
        <p:spPr>
          <a:xfrm>
            <a:off x="1977129" y="4772629"/>
            <a:ext cx="2963332" cy="15990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40FD949-A365-3254-809B-D67FC0A24AE4}"/>
              </a:ext>
            </a:extLst>
          </p:cNvPr>
          <p:cNvSpPr/>
          <p:nvPr/>
        </p:nvSpPr>
        <p:spPr>
          <a:xfrm>
            <a:off x="2149533" y="3440259"/>
            <a:ext cx="2662057" cy="8409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3769BA-2C77-704E-7037-33663C1C0E9B}"/>
              </a:ext>
            </a:extLst>
          </p:cNvPr>
          <p:cNvSpPr txBox="1"/>
          <p:nvPr/>
        </p:nvSpPr>
        <p:spPr>
          <a:xfrm>
            <a:off x="1579512" y="2896287"/>
            <a:ext cx="2005977" cy="254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 안전성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43CA5D-C042-5AC1-9396-782D40CEB099}"/>
              </a:ext>
            </a:extLst>
          </p:cNvPr>
          <p:cNvSpPr txBox="1"/>
          <p:nvPr/>
        </p:nvSpPr>
        <p:spPr>
          <a:xfrm>
            <a:off x="2359850" y="3164447"/>
            <a:ext cx="28100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 고장 방치 상태를 조치해주세요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</a:t>
            </a:r>
          </a:p>
        </p:txBody>
      </p:sp>
      <p:pic>
        <p:nvPicPr>
          <p:cNvPr id="42" name="그림 41" descr="스크린샷, 야외, 창문, 지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8FC9B6-7124-814F-9815-8485A4D8E8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4" t="30186" r="6556" b="29263"/>
          <a:stretch>
            <a:fillRect/>
          </a:stretch>
        </p:blipFill>
        <p:spPr>
          <a:xfrm>
            <a:off x="2285017" y="3519701"/>
            <a:ext cx="1169168" cy="671312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35E168D-EC2F-BC50-3117-F5A71A23503A}"/>
              </a:ext>
            </a:extLst>
          </p:cNvPr>
          <p:cNvSpPr txBox="1"/>
          <p:nvPr/>
        </p:nvSpPr>
        <p:spPr>
          <a:xfrm>
            <a:off x="3583056" y="3610291"/>
            <a:ext cx="135740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노블리안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923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방충망 탈락 방치 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일째  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EDC0CEE-C61F-4D09-0E69-AEBB04273036}"/>
              </a:ext>
            </a:extLst>
          </p:cNvPr>
          <p:cNvSpPr/>
          <p:nvPr/>
        </p:nvSpPr>
        <p:spPr>
          <a:xfrm>
            <a:off x="2140980" y="5417756"/>
            <a:ext cx="2662057" cy="8409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010D2E-5F19-6A42-CBC8-FF79A622A36C}"/>
              </a:ext>
            </a:extLst>
          </p:cNvPr>
          <p:cNvSpPr txBox="1"/>
          <p:nvPr/>
        </p:nvSpPr>
        <p:spPr>
          <a:xfrm>
            <a:off x="3622219" y="5689857"/>
            <a:ext cx="135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회전문 파손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바닥 파임 상태 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4" name="그림 43" descr="건물, 바닥, 픽스처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AB1923-820E-18C6-61FF-EA69C01B23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76463" y="5489118"/>
            <a:ext cx="1169168" cy="6999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EE4AD53-896D-5C63-9B89-3D4EB7E4FED4}"/>
              </a:ext>
            </a:extLst>
          </p:cNvPr>
          <p:cNvSpPr txBox="1"/>
          <p:nvPr/>
        </p:nvSpPr>
        <p:spPr>
          <a:xfrm>
            <a:off x="1547607" y="4888502"/>
            <a:ext cx="2005977" cy="254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로비 안전성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EF0B21-AC48-41B2-1B27-495C5CE3C988}"/>
              </a:ext>
            </a:extLst>
          </p:cNvPr>
          <p:cNvSpPr txBox="1"/>
          <p:nvPr/>
        </p:nvSpPr>
        <p:spPr>
          <a:xfrm>
            <a:off x="2388199" y="5111913"/>
            <a:ext cx="28100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로비 회전문 파손 상태를 조치해주세요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00AE743B-50A0-1ABA-D63C-18AF31B3506F}"/>
              </a:ext>
            </a:extLst>
          </p:cNvPr>
          <p:cNvSpPr/>
          <p:nvPr/>
        </p:nvSpPr>
        <p:spPr>
          <a:xfrm>
            <a:off x="5233122" y="2823649"/>
            <a:ext cx="6342480" cy="354806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순서도: 수행의 시작/종료 49">
            <a:extLst>
              <a:ext uri="{FF2B5EF4-FFF2-40B4-BE49-F238E27FC236}">
                <a16:creationId xmlns:a16="http://schemas.microsoft.com/office/drawing/2014/main" id="{4EA73D8B-7E4A-DAD9-F56A-188536380275}"/>
              </a:ext>
            </a:extLst>
          </p:cNvPr>
          <p:cNvSpPr/>
          <p:nvPr/>
        </p:nvSpPr>
        <p:spPr>
          <a:xfrm>
            <a:off x="4111942" y="2890777"/>
            <a:ext cx="699648" cy="22647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조치계획</a:t>
            </a:r>
          </a:p>
        </p:txBody>
      </p:sp>
      <p:sp>
        <p:nvSpPr>
          <p:cNvPr id="51" name="순서도: 수행의 시작/종료 50">
            <a:extLst>
              <a:ext uri="{FF2B5EF4-FFF2-40B4-BE49-F238E27FC236}">
                <a16:creationId xmlns:a16="http://schemas.microsoft.com/office/drawing/2014/main" id="{A0F6370C-4571-96D3-E9DF-684607DD0913}"/>
              </a:ext>
            </a:extLst>
          </p:cNvPr>
          <p:cNvSpPr/>
          <p:nvPr/>
        </p:nvSpPr>
        <p:spPr>
          <a:xfrm>
            <a:off x="4106653" y="4846276"/>
            <a:ext cx="699648" cy="22647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조치계획</a:t>
            </a:r>
          </a:p>
        </p:txBody>
      </p:sp>
      <p:sp>
        <p:nvSpPr>
          <p:cNvPr id="52" name="순서도: 수행의 시작/종료 51">
            <a:extLst>
              <a:ext uri="{FF2B5EF4-FFF2-40B4-BE49-F238E27FC236}">
                <a16:creationId xmlns:a16="http://schemas.microsoft.com/office/drawing/2014/main" id="{44ACD7FC-9C1B-A926-5CF9-6D6AC68F4B66}"/>
              </a:ext>
            </a:extLst>
          </p:cNvPr>
          <p:cNvSpPr/>
          <p:nvPr/>
        </p:nvSpPr>
        <p:spPr>
          <a:xfrm>
            <a:off x="9530786" y="2969913"/>
            <a:ext cx="789829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수정하기</a:t>
            </a:r>
          </a:p>
        </p:txBody>
      </p:sp>
      <p:sp>
        <p:nvSpPr>
          <p:cNvPr id="53" name="순서도: 수행의 시작/종료 52">
            <a:extLst>
              <a:ext uri="{FF2B5EF4-FFF2-40B4-BE49-F238E27FC236}">
                <a16:creationId xmlns:a16="http://schemas.microsoft.com/office/drawing/2014/main" id="{DF80DA74-B1A2-DC37-CD8B-20A4E0D83590}"/>
              </a:ext>
            </a:extLst>
          </p:cNvPr>
          <p:cNvSpPr/>
          <p:nvPr/>
        </p:nvSpPr>
        <p:spPr>
          <a:xfrm>
            <a:off x="10477472" y="2969912"/>
            <a:ext cx="789829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등록하기</a:t>
            </a:r>
          </a:p>
        </p:txBody>
      </p:sp>
      <p:sp>
        <p:nvSpPr>
          <p:cNvPr id="58" name="순서도: 연결자 57">
            <a:extLst>
              <a:ext uri="{FF2B5EF4-FFF2-40B4-BE49-F238E27FC236}">
                <a16:creationId xmlns:a16="http://schemas.microsoft.com/office/drawing/2014/main" id="{D41C2D23-2E85-B965-F710-DF720EECAC5B}"/>
              </a:ext>
            </a:extLst>
          </p:cNvPr>
          <p:cNvSpPr/>
          <p:nvPr/>
        </p:nvSpPr>
        <p:spPr>
          <a:xfrm>
            <a:off x="5527392" y="2970441"/>
            <a:ext cx="457200" cy="45720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488581-19AA-3F36-EB09-F32BF6C8789E}"/>
              </a:ext>
            </a:extLst>
          </p:cNvPr>
          <p:cNvSpPr txBox="1"/>
          <p:nvPr/>
        </p:nvSpPr>
        <p:spPr>
          <a:xfrm>
            <a:off x="5711749" y="4037608"/>
            <a:ext cx="8743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조치계획자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73E9B72-037C-DFEF-EAF4-A6E46B212287}"/>
              </a:ext>
            </a:extLst>
          </p:cNvPr>
          <p:cNvSpPr/>
          <p:nvPr/>
        </p:nvSpPr>
        <p:spPr>
          <a:xfrm>
            <a:off x="6698496" y="4010407"/>
            <a:ext cx="4396473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4EC6765-5B80-8AE5-57DA-3081C11DF893}"/>
              </a:ext>
            </a:extLst>
          </p:cNvPr>
          <p:cNvSpPr txBox="1"/>
          <p:nvPr/>
        </p:nvSpPr>
        <p:spPr>
          <a:xfrm>
            <a:off x="5755992" y="4516965"/>
            <a:ext cx="8743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수립일시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9ADDFB77-4268-E48D-B0FC-C34C04D51864}"/>
              </a:ext>
            </a:extLst>
          </p:cNvPr>
          <p:cNvSpPr/>
          <p:nvPr/>
        </p:nvSpPr>
        <p:spPr>
          <a:xfrm>
            <a:off x="6698496" y="4446089"/>
            <a:ext cx="2014081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3460D74-2C03-492A-716B-FB984FB7C14E}"/>
              </a:ext>
            </a:extLst>
          </p:cNvPr>
          <p:cNvSpPr txBox="1"/>
          <p:nvPr/>
        </p:nvSpPr>
        <p:spPr>
          <a:xfrm>
            <a:off x="8459570" y="4472298"/>
            <a:ext cx="8743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~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D826EC98-E6A9-8AEA-4CA0-A379448BAE05}"/>
              </a:ext>
            </a:extLst>
          </p:cNvPr>
          <p:cNvSpPr/>
          <p:nvPr/>
        </p:nvSpPr>
        <p:spPr>
          <a:xfrm>
            <a:off x="9080888" y="4436100"/>
            <a:ext cx="2014081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385E061-559B-FBF0-8FAF-6C4F7A93D3E3}"/>
              </a:ext>
            </a:extLst>
          </p:cNvPr>
          <p:cNvSpPr txBox="1"/>
          <p:nvPr/>
        </p:nvSpPr>
        <p:spPr>
          <a:xfrm>
            <a:off x="6633084" y="4466009"/>
            <a:ext cx="14781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25.12.12 00:00:00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B0B7C56-0DC4-E893-FE6F-686F672B3425}"/>
              </a:ext>
            </a:extLst>
          </p:cNvPr>
          <p:cNvSpPr txBox="1"/>
          <p:nvPr/>
        </p:nvSpPr>
        <p:spPr>
          <a:xfrm>
            <a:off x="8999285" y="4461089"/>
            <a:ext cx="14781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25.12.12 00:00:00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3242344-F5EA-2B30-26BD-142214C009D4}"/>
              </a:ext>
            </a:extLst>
          </p:cNvPr>
          <p:cNvSpPr txBox="1"/>
          <p:nvPr/>
        </p:nvSpPr>
        <p:spPr>
          <a:xfrm>
            <a:off x="6489073" y="4045736"/>
            <a:ext cx="14781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객실팀장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0A576BD-4C3D-4142-4C64-E60CC400F8B9}"/>
              </a:ext>
            </a:extLst>
          </p:cNvPr>
          <p:cNvSpPr txBox="1"/>
          <p:nvPr/>
        </p:nvSpPr>
        <p:spPr>
          <a:xfrm>
            <a:off x="5589537" y="4937080"/>
            <a:ext cx="1203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문제원인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DF512D66-6B4B-3E1D-FA40-ED3EB563FFEB}"/>
              </a:ext>
            </a:extLst>
          </p:cNvPr>
          <p:cNvSpPr/>
          <p:nvPr/>
        </p:nvSpPr>
        <p:spPr>
          <a:xfrm>
            <a:off x="6694664" y="4896771"/>
            <a:ext cx="4426520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C61A43-978D-3DDC-1BA8-873A63A58AF7}"/>
              </a:ext>
            </a:extLst>
          </p:cNvPr>
          <p:cNvSpPr txBox="1"/>
          <p:nvPr/>
        </p:nvSpPr>
        <p:spPr>
          <a:xfrm>
            <a:off x="6643285" y="4944774"/>
            <a:ext cx="44265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문제발생 원인을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 이내로 작성해 주세요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183C3FD-6E47-2393-61AB-080EDC3ECBF6}"/>
              </a:ext>
            </a:extLst>
          </p:cNvPr>
          <p:cNvSpPr txBox="1"/>
          <p:nvPr/>
        </p:nvSpPr>
        <p:spPr>
          <a:xfrm>
            <a:off x="5589537" y="5368790"/>
            <a:ext cx="1203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조치방법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69A658DB-2C23-5ECA-8733-A0C640FDBBC9}"/>
              </a:ext>
            </a:extLst>
          </p:cNvPr>
          <p:cNvSpPr/>
          <p:nvPr/>
        </p:nvSpPr>
        <p:spPr>
          <a:xfrm>
            <a:off x="6694664" y="5328481"/>
            <a:ext cx="4426520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9206AAF-30AA-CD37-9F2E-8A3FA94FF96F}"/>
              </a:ext>
            </a:extLst>
          </p:cNvPr>
          <p:cNvSpPr txBox="1"/>
          <p:nvPr/>
        </p:nvSpPr>
        <p:spPr>
          <a:xfrm>
            <a:off x="6643285" y="5376484"/>
            <a:ext cx="44265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조치방법을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50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 이내로 작성해 주세요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421607F-967E-3E78-B8D4-80EB545BDF13}"/>
              </a:ext>
            </a:extLst>
          </p:cNvPr>
          <p:cNvSpPr txBox="1"/>
          <p:nvPr/>
        </p:nvSpPr>
        <p:spPr>
          <a:xfrm>
            <a:off x="10776873" y="4737156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5FD193B-0754-710E-D9C3-0A04915841B1}"/>
              </a:ext>
            </a:extLst>
          </p:cNvPr>
          <p:cNvSpPr txBox="1"/>
          <p:nvPr/>
        </p:nvSpPr>
        <p:spPr>
          <a:xfrm>
            <a:off x="10780086" y="5162787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F0A3172-5566-DD95-543D-29E66C870CE8}"/>
              </a:ext>
            </a:extLst>
          </p:cNvPr>
          <p:cNvSpPr txBox="1"/>
          <p:nvPr/>
        </p:nvSpPr>
        <p:spPr>
          <a:xfrm>
            <a:off x="5589537" y="5806200"/>
            <a:ext cx="1203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조치결과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75DBB04-6678-14BB-CD41-A475EA75D89A}"/>
              </a:ext>
            </a:extLst>
          </p:cNvPr>
          <p:cNvSpPr/>
          <p:nvPr/>
        </p:nvSpPr>
        <p:spPr>
          <a:xfrm>
            <a:off x="6698316" y="5794156"/>
            <a:ext cx="4422868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D6F836-09BC-A553-6469-0FD8D08DB7F8}"/>
              </a:ext>
            </a:extLst>
          </p:cNvPr>
          <p:cNvSpPr txBox="1"/>
          <p:nvPr/>
        </p:nvSpPr>
        <p:spPr>
          <a:xfrm>
            <a:off x="6191080" y="5826535"/>
            <a:ext cx="53711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조치완료                       조치중                        조치불가 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10E808B-0F6C-48FE-879A-275C7F4C082F}"/>
              </a:ext>
            </a:extLst>
          </p:cNvPr>
          <p:cNvSpPr/>
          <p:nvPr/>
        </p:nvSpPr>
        <p:spPr>
          <a:xfrm>
            <a:off x="7705536" y="5881051"/>
            <a:ext cx="145326" cy="10634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4EFD202-EEDD-B8C4-B391-61369B4713D8}"/>
              </a:ext>
            </a:extLst>
          </p:cNvPr>
          <p:cNvSpPr/>
          <p:nvPr/>
        </p:nvSpPr>
        <p:spPr>
          <a:xfrm>
            <a:off x="9139066" y="5881051"/>
            <a:ext cx="145326" cy="10634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557BC04-0080-DBED-63DD-7EAFA369F71B}"/>
              </a:ext>
            </a:extLst>
          </p:cNvPr>
          <p:cNvSpPr/>
          <p:nvPr/>
        </p:nvSpPr>
        <p:spPr>
          <a:xfrm>
            <a:off x="10688465" y="5891297"/>
            <a:ext cx="145326" cy="10634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E4E4EF-3C6B-4FD4-EE65-8DCBACDF5F4A}"/>
              </a:ext>
            </a:extLst>
          </p:cNvPr>
          <p:cNvSpPr txBox="1"/>
          <p:nvPr/>
        </p:nvSpPr>
        <p:spPr>
          <a:xfrm>
            <a:off x="5678850" y="3613098"/>
            <a:ext cx="8743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미준수 발생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DCC69D15-3C83-44B0-FBD7-7BF458D7F8A9}"/>
              </a:ext>
            </a:extLst>
          </p:cNvPr>
          <p:cNvSpPr/>
          <p:nvPr/>
        </p:nvSpPr>
        <p:spPr>
          <a:xfrm>
            <a:off x="7449140" y="3585896"/>
            <a:ext cx="873619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04A1351E-D162-7633-96B0-476FC2B64985}"/>
              </a:ext>
            </a:extLst>
          </p:cNvPr>
          <p:cNvSpPr/>
          <p:nvPr/>
        </p:nvSpPr>
        <p:spPr>
          <a:xfrm>
            <a:off x="8404362" y="3582842"/>
            <a:ext cx="1095029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FE09465-0507-70D8-05FF-257E97808F1C}"/>
              </a:ext>
            </a:extLst>
          </p:cNvPr>
          <p:cNvSpPr txBox="1"/>
          <p:nvPr/>
        </p:nvSpPr>
        <p:spPr>
          <a:xfrm>
            <a:off x="7146855" y="3618642"/>
            <a:ext cx="14781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고객접점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603A450-3B07-DFC0-9A09-1D939C1920F6}"/>
              </a:ext>
            </a:extLst>
          </p:cNvPr>
          <p:cNvSpPr txBox="1"/>
          <p:nvPr/>
        </p:nvSpPr>
        <p:spPr>
          <a:xfrm>
            <a:off x="8178609" y="3622286"/>
            <a:ext cx="14781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 안전성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B454AAAC-A6EE-C582-BF94-0819AEEB7E9B}"/>
              </a:ext>
            </a:extLst>
          </p:cNvPr>
          <p:cNvSpPr/>
          <p:nvPr/>
        </p:nvSpPr>
        <p:spPr>
          <a:xfrm>
            <a:off x="9583719" y="3579175"/>
            <a:ext cx="1486085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C8E9825-CE29-1FD2-A8EC-CA805C14CAF6}"/>
              </a:ext>
            </a:extLst>
          </p:cNvPr>
          <p:cNvSpPr txBox="1"/>
          <p:nvPr/>
        </p:nvSpPr>
        <p:spPr>
          <a:xfrm>
            <a:off x="9599531" y="3613448"/>
            <a:ext cx="14781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 고장 방치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0F9C81FB-EC90-CDDD-FA94-02400A11444A}"/>
              </a:ext>
            </a:extLst>
          </p:cNvPr>
          <p:cNvSpPr/>
          <p:nvPr/>
        </p:nvSpPr>
        <p:spPr>
          <a:xfrm>
            <a:off x="6674771" y="3592454"/>
            <a:ext cx="669476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57BDD6F-21CE-A5A8-ADF9-3BADCA06A586}"/>
              </a:ext>
            </a:extLst>
          </p:cNvPr>
          <p:cNvSpPr txBox="1"/>
          <p:nvPr/>
        </p:nvSpPr>
        <p:spPr>
          <a:xfrm>
            <a:off x="6272506" y="3625142"/>
            <a:ext cx="14781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00.00.00</a:t>
            </a:r>
          </a:p>
        </p:txBody>
      </p:sp>
      <p:pic>
        <p:nvPicPr>
          <p:cNvPr id="27" name="그래픽 26" descr="남자 옆모습 윤곽선">
            <a:extLst>
              <a:ext uri="{FF2B5EF4-FFF2-40B4-BE49-F238E27FC236}">
                <a16:creationId xmlns:a16="http://schemas.microsoft.com/office/drawing/2014/main" id="{B1217A37-495C-43BB-704E-37A6201728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69104" y="2975483"/>
            <a:ext cx="378912" cy="378912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34F7C1F-7D87-E404-DA20-FCAE219CA799}"/>
              </a:ext>
            </a:extLst>
          </p:cNvPr>
          <p:cNvGrpSpPr/>
          <p:nvPr/>
        </p:nvGrpSpPr>
        <p:grpSpPr>
          <a:xfrm>
            <a:off x="3334568" y="1345196"/>
            <a:ext cx="1537835" cy="300624"/>
            <a:chOff x="1496861" y="1584543"/>
            <a:chExt cx="1590806" cy="300624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E5F2C799-3AC6-A78D-2672-1CF0F382A0D5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9" name="그래픽 28" descr="아래쪽 캐럿 윤곽선">
              <a:extLst>
                <a:ext uri="{FF2B5EF4-FFF2-40B4-BE49-F238E27FC236}">
                  <a16:creationId xmlns:a16="http://schemas.microsoft.com/office/drawing/2014/main" id="{F0B6EF37-9C02-4AA5-8A1D-97206C184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DFC46B0-402C-6167-4E71-BDA772257505}"/>
              </a:ext>
            </a:extLst>
          </p:cNvPr>
          <p:cNvSpPr txBox="1"/>
          <p:nvPr/>
        </p:nvSpPr>
        <p:spPr>
          <a:xfrm>
            <a:off x="3240623" y="1382506"/>
            <a:ext cx="7947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사업장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466AB8C-BEAC-2714-ED0C-79B3DE7A9CBA}"/>
              </a:ext>
            </a:extLst>
          </p:cNvPr>
          <p:cNvGrpSpPr/>
          <p:nvPr/>
        </p:nvGrpSpPr>
        <p:grpSpPr>
          <a:xfrm>
            <a:off x="4989158" y="1349465"/>
            <a:ext cx="1537835" cy="300624"/>
            <a:chOff x="1496861" y="1584543"/>
            <a:chExt cx="1590806" cy="300624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0DC9FBD2-C6CE-83C4-F7BE-2ED93AE7A129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3" name="그래픽 32" descr="아래쪽 캐럿 윤곽선">
              <a:extLst>
                <a:ext uri="{FF2B5EF4-FFF2-40B4-BE49-F238E27FC236}">
                  <a16:creationId xmlns:a16="http://schemas.microsoft.com/office/drawing/2014/main" id="{37C3888A-6AD9-36CB-4D67-0CC5EFC42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DCF4F16-0C27-A433-DB25-C59BEAD39224}"/>
              </a:ext>
            </a:extLst>
          </p:cNvPr>
          <p:cNvSpPr txBox="1"/>
          <p:nvPr/>
        </p:nvSpPr>
        <p:spPr>
          <a:xfrm>
            <a:off x="4807531" y="1386775"/>
            <a:ext cx="7947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팀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3662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2524-F7AC-F032-4710-A1117F4A3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159492C7-2627-B288-0A85-F80377C6EB91}"/>
              </a:ext>
            </a:extLst>
          </p:cNvPr>
          <p:cNvSpPr/>
          <p:nvPr/>
        </p:nvSpPr>
        <p:spPr>
          <a:xfrm>
            <a:off x="430661" y="1038901"/>
            <a:ext cx="11330677" cy="56746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7AD4A2-87D9-AA29-CACF-88833C34FA48}"/>
              </a:ext>
            </a:extLst>
          </p:cNvPr>
          <p:cNvSpPr txBox="1"/>
          <p:nvPr/>
        </p:nvSpPr>
        <p:spPr>
          <a:xfrm>
            <a:off x="1063072" y="1495954"/>
            <a:ext cx="2279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보관함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2ABC69-EB98-05A4-EA75-5467C0B21650}"/>
              </a:ext>
            </a:extLst>
          </p:cNvPr>
          <p:cNvSpPr/>
          <p:nvPr/>
        </p:nvSpPr>
        <p:spPr>
          <a:xfrm>
            <a:off x="1029560" y="-445010"/>
            <a:ext cx="10590877" cy="1501451"/>
          </a:xfrm>
          <a:prstGeom prst="rect">
            <a:avLst/>
          </a:prstGeom>
          <a:solidFill>
            <a:schemeClr val="bg1">
              <a:lumMod val="95000"/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935" tIns="35935" rIns="35935" bIns="35935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 1-6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미준수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조치계획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이력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통합관리 할 수 있어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실행근거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확보 할 수 있다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D5BDE4-990E-3426-ED56-D23A7E180BC1}"/>
              </a:ext>
            </a:extLst>
          </p:cNvPr>
          <p:cNvSpPr txBox="1"/>
          <p:nvPr/>
        </p:nvSpPr>
        <p:spPr>
          <a:xfrm>
            <a:off x="330521" y="1122672"/>
            <a:ext cx="1278675" cy="39288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ctr" defTabSz="9127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CS MAC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9F02FBF-3E07-AC40-4997-7215798CFE05}"/>
              </a:ext>
            </a:extLst>
          </p:cNvPr>
          <p:cNvGrpSpPr/>
          <p:nvPr/>
        </p:nvGrpSpPr>
        <p:grpSpPr>
          <a:xfrm>
            <a:off x="548418" y="1680466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B41504B1-705E-37A4-9570-59B415258D9B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" name="그래픽 10" descr="아래쪽 캐럿 윤곽선">
              <a:extLst>
                <a:ext uri="{FF2B5EF4-FFF2-40B4-BE49-F238E27FC236}">
                  <a16:creationId xmlns:a16="http://schemas.microsoft.com/office/drawing/2014/main" id="{A68C809B-B351-3DF2-F468-D66ACEABE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E2038ED-F22A-31A6-805D-A506CCA02913}"/>
              </a:ext>
            </a:extLst>
          </p:cNvPr>
          <p:cNvCxnSpPr>
            <a:cxnSpLocks/>
          </p:cNvCxnSpPr>
          <p:nvPr/>
        </p:nvCxnSpPr>
        <p:spPr>
          <a:xfrm>
            <a:off x="1677886" y="1312582"/>
            <a:ext cx="0" cy="5053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C5CCC7F-CDC5-E399-5AED-D72A8B53231F}"/>
              </a:ext>
            </a:extLst>
          </p:cNvPr>
          <p:cNvGrpSpPr/>
          <p:nvPr/>
        </p:nvGrpSpPr>
        <p:grpSpPr>
          <a:xfrm>
            <a:off x="548418" y="2168598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D8B46393-2F3E-974D-163E-57FCD5BE6E99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5" name="그래픽 14" descr="아래쪽 캐럿 윤곽선">
              <a:extLst>
                <a:ext uri="{FF2B5EF4-FFF2-40B4-BE49-F238E27FC236}">
                  <a16:creationId xmlns:a16="http://schemas.microsoft.com/office/drawing/2014/main" id="{3B1A79C3-B52F-25FC-DF1A-AA8B22D08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3A34136-D28B-A537-089C-32588F1B86F9}"/>
              </a:ext>
            </a:extLst>
          </p:cNvPr>
          <p:cNvSpPr txBox="1"/>
          <p:nvPr/>
        </p:nvSpPr>
        <p:spPr>
          <a:xfrm>
            <a:off x="279847" y="1708636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PDCA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B468ED-4BA3-730F-6F7E-3CB96FC88231}"/>
              </a:ext>
            </a:extLst>
          </p:cNvPr>
          <p:cNvSpPr txBox="1"/>
          <p:nvPr/>
        </p:nvSpPr>
        <p:spPr>
          <a:xfrm>
            <a:off x="345271" y="2179937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Do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순서도: 연결자 17">
            <a:extLst>
              <a:ext uri="{FF2B5EF4-FFF2-40B4-BE49-F238E27FC236}">
                <a16:creationId xmlns:a16="http://schemas.microsoft.com/office/drawing/2014/main" id="{80655911-6816-6B47-2945-D21CEEB09329}"/>
              </a:ext>
            </a:extLst>
          </p:cNvPr>
          <p:cNvSpPr/>
          <p:nvPr/>
        </p:nvSpPr>
        <p:spPr>
          <a:xfrm>
            <a:off x="629837" y="2265377"/>
            <a:ext cx="94220" cy="103181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B7B09B-AD1D-3283-6FF6-FF6692518C2D}"/>
              </a:ext>
            </a:extLst>
          </p:cNvPr>
          <p:cNvSpPr txBox="1"/>
          <p:nvPr/>
        </p:nvSpPr>
        <p:spPr>
          <a:xfrm>
            <a:off x="482604" y="2688396"/>
            <a:ext cx="911174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조치계획 보드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보관함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0903632F-160D-81FF-CAC7-4E3A52F7A461}"/>
              </a:ext>
            </a:extLst>
          </p:cNvPr>
          <p:cNvGraphicFramePr>
            <a:graphicFrameLocks noGrp="1"/>
          </p:cNvGraphicFramePr>
          <p:nvPr/>
        </p:nvGraphicFramePr>
        <p:xfrm>
          <a:off x="1816580" y="2700843"/>
          <a:ext cx="9717988" cy="2746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9192">
                  <a:extLst>
                    <a:ext uri="{9D8B030D-6E8A-4147-A177-3AD203B41FA5}">
                      <a16:colId xmlns:a16="http://schemas.microsoft.com/office/drawing/2014/main" val="1843536939"/>
                    </a:ext>
                  </a:extLst>
                </a:gridCol>
                <a:gridCol w="859880">
                  <a:extLst>
                    <a:ext uri="{9D8B030D-6E8A-4147-A177-3AD203B41FA5}">
                      <a16:colId xmlns:a16="http://schemas.microsoft.com/office/drawing/2014/main" val="4258193112"/>
                    </a:ext>
                  </a:extLst>
                </a:gridCol>
                <a:gridCol w="859880">
                  <a:extLst>
                    <a:ext uri="{9D8B030D-6E8A-4147-A177-3AD203B41FA5}">
                      <a16:colId xmlns:a16="http://schemas.microsoft.com/office/drawing/2014/main" val="3497149437"/>
                    </a:ext>
                  </a:extLst>
                </a:gridCol>
                <a:gridCol w="887576">
                  <a:extLst>
                    <a:ext uri="{9D8B030D-6E8A-4147-A177-3AD203B41FA5}">
                      <a16:colId xmlns:a16="http://schemas.microsoft.com/office/drawing/2014/main" val="531985393"/>
                    </a:ext>
                  </a:extLst>
                </a:gridCol>
                <a:gridCol w="1659483">
                  <a:extLst>
                    <a:ext uri="{9D8B030D-6E8A-4147-A177-3AD203B41FA5}">
                      <a16:colId xmlns:a16="http://schemas.microsoft.com/office/drawing/2014/main" val="2304577066"/>
                    </a:ext>
                  </a:extLst>
                </a:gridCol>
                <a:gridCol w="1180125">
                  <a:extLst>
                    <a:ext uri="{9D8B030D-6E8A-4147-A177-3AD203B41FA5}">
                      <a16:colId xmlns:a16="http://schemas.microsoft.com/office/drawing/2014/main" val="1981192609"/>
                    </a:ext>
                  </a:extLst>
                </a:gridCol>
                <a:gridCol w="857963">
                  <a:extLst>
                    <a:ext uri="{9D8B030D-6E8A-4147-A177-3AD203B41FA5}">
                      <a16:colId xmlns:a16="http://schemas.microsoft.com/office/drawing/2014/main" val="1040172634"/>
                    </a:ext>
                  </a:extLst>
                </a:gridCol>
                <a:gridCol w="857963">
                  <a:extLst>
                    <a:ext uri="{9D8B030D-6E8A-4147-A177-3AD203B41FA5}">
                      <a16:colId xmlns:a16="http://schemas.microsoft.com/office/drawing/2014/main" val="1778093694"/>
                    </a:ext>
                  </a:extLst>
                </a:gridCol>
                <a:gridCol w="857963">
                  <a:extLst>
                    <a:ext uri="{9D8B030D-6E8A-4147-A177-3AD203B41FA5}">
                      <a16:colId xmlns:a16="http://schemas.microsoft.com/office/drawing/2014/main" val="2944254211"/>
                    </a:ext>
                  </a:extLst>
                </a:gridCol>
                <a:gridCol w="857963">
                  <a:extLst>
                    <a:ext uri="{9D8B030D-6E8A-4147-A177-3AD203B41FA5}">
                      <a16:colId xmlns:a16="http://schemas.microsoft.com/office/drawing/2014/main" val="2097739575"/>
                    </a:ext>
                  </a:extLst>
                </a:gridCol>
              </a:tblGrid>
              <a:tr h="37472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고객접점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점검항목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해당직무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고객접점 미준수 조치계획 현황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67122"/>
                  </a:ext>
                </a:extLst>
              </a:tr>
              <a:tr h="280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발생일시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미준수 원인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품질요소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조치결과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350733"/>
                  </a:ext>
                </a:extLst>
              </a:tr>
              <a:tr h="435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객실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노블리안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en-US" altLang="ko-KR" sz="800" dirty="0"/>
                        <a:t>923</a:t>
                      </a:r>
                      <a:r>
                        <a:rPr lang="ko-KR" altLang="en-US" sz="800" dirty="0"/>
                        <a:t>호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고장점검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인스펙터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00.00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방충망 탈락 방치</a:t>
                      </a:r>
                      <a:r>
                        <a:rPr lang="en-US" altLang="ko-KR" sz="800" dirty="0"/>
                        <a:t> 10</a:t>
                      </a:r>
                      <a:r>
                        <a:rPr lang="ko-KR" altLang="en-US" sz="800" dirty="0"/>
                        <a:t>일째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객실 안전성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객실팀장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조치완료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조치계획서</a:t>
                      </a:r>
                      <a:endParaRPr lang="en-US" altLang="ko-KR" sz="8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전송완료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1328787"/>
                  </a:ext>
                </a:extLst>
              </a:tr>
              <a:tr h="408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주차장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야외 주차장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컨시어즈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00.00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주차라인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확인불가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주차장 안전성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객실팀장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조치완료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조치계획서</a:t>
                      </a:r>
                      <a:endParaRPr lang="en-US" altLang="ko-KR" sz="8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전송완료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578289"/>
                  </a:ext>
                </a:extLst>
              </a:tr>
              <a:tr h="408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로비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회전문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컨시어즈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00.00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회전문 안전수칙 미준수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로비 안전성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객실팀장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조치중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조치계획서</a:t>
                      </a:r>
                      <a:endParaRPr lang="en-US" altLang="ko-KR" sz="8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전송완료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101593"/>
                  </a:ext>
                </a:extLst>
              </a:tr>
              <a:tr h="408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로비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복도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컨시어즈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00.00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복도 장애물 방치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로비 안전성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객실팀장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조치완료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조치계획서</a:t>
                      </a:r>
                      <a:endParaRPr lang="en-US" altLang="ko-KR" sz="8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전송완료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693775"/>
                  </a:ext>
                </a:extLst>
              </a:tr>
              <a:tr h="408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00.00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3620122"/>
                  </a:ext>
                </a:extLst>
              </a:tr>
            </a:tbl>
          </a:graphicData>
        </a:graphic>
      </p:graphicFrame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8760A00-BB5F-C0D4-A18C-67BE94888F32}"/>
              </a:ext>
            </a:extLst>
          </p:cNvPr>
          <p:cNvSpPr/>
          <p:nvPr/>
        </p:nvSpPr>
        <p:spPr>
          <a:xfrm>
            <a:off x="2581518" y="1492516"/>
            <a:ext cx="2014081" cy="30062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DCA93EC-6986-D90B-D480-EBC4EC5E7698}"/>
              </a:ext>
            </a:extLst>
          </p:cNvPr>
          <p:cNvSpPr/>
          <p:nvPr/>
        </p:nvSpPr>
        <p:spPr>
          <a:xfrm>
            <a:off x="2620902" y="1526281"/>
            <a:ext cx="1037921" cy="23950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93F98-48C4-9F5C-B87D-334A09E54E06}"/>
              </a:ext>
            </a:extLst>
          </p:cNvPr>
          <p:cNvSpPr txBox="1"/>
          <p:nvPr/>
        </p:nvSpPr>
        <p:spPr>
          <a:xfrm>
            <a:off x="2550651" y="1545145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고객접점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12EC9E-7B3A-A5F7-CB0F-D19977A9A25B}"/>
              </a:ext>
            </a:extLst>
          </p:cNvPr>
          <p:cNvSpPr txBox="1"/>
          <p:nvPr/>
        </p:nvSpPr>
        <p:spPr>
          <a:xfrm>
            <a:off x="3540232" y="1537375"/>
            <a:ext cx="1113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법적준수 이행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순서도: 수행의 시작/종료 25">
            <a:extLst>
              <a:ext uri="{FF2B5EF4-FFF2-40B4-BE49-F238E27FC236}">
                <a16:creationId xmlns:a16="http://schemas.microsoft.com/office/drawing/2014/main" id="{BB540765-6226-112F-D248-D334EA6A4953}"/>
              </a:ext>
            </a:extLst>
          </p:cNvPr>
          <p:cNvSpPr/>
          <p:nvPr/>
        </p:nvSpPr>
        <p:spPr>
          <a:xfrm>
            <a:off x="10641258" y="2777581"/>
            <a:ext cx="789829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다운로드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5727DE-73E2-9A69-0A45-EF2D2F30657C}"/>
              </a:ext>
            </a:extLst>
          </p:cNvPr>
          <p:cNvSpPr/>
          <p:nvPr/>
        </p:nvSpPr>
        <p:spPr>
          <a:xfrm>
            <a:off x="1877803" y="2122172"/>
            <a:ext cx="2257271" cy="4763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A0BB7A-47F9-49DD-7042-5F25E2712742}"/>
              </a:ext>
            </a:extLst>
          </p:cNvPr>
          <p:cNvSpPr txBox="1"/>
          <p:nvPr/>
        </p:nvSpPr>
        <p:spPr>
          <a:xfrm>
            <a:off x="1793607" y="2149322"/>
            <a:ext cx="9367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컨시어즈</a:t>
            </a:r>
          </a:p>
        </p:txBody>
      </p:sp>
      <p:sp>
        <p:nvSpPr>
          <p:cNvPr id="29" name="순서도: 연결자 28">
            <a:extLst>
              <a:ext uri="{FF2B5EF4-FFF2-40B4-BE49-F238E27FC236}">
                <a16:creationId xmlns:a16="http://schemas.microsoft.com/office/drawing/2014/main" id="{EB26CEBE-19B8-0A2C-11BF-07D0741BB7F2}"/>
              </a:ext>
            </a:extLst>
          </p:cNvPr>
          <p:cNvSpPr/>
          <p:nvPr/>
        </p:nvSpPr>
        <p:spPr>
          <a:xfrm>
            <a:off x="2020633" y="2431444"/>
            <a:ext cx="84928" cy="79284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16C74F-07C0-A06D-7416-3E41DECE7443}"/>
              </a:ext>
            </a:extLst>
          </p:cNvPr>
          <p:cNvSpPr txBox="1"/>
          <p:nvPr/>
        </p:nvSpPr>
        <p:spPr>
          <a:xfrm>
            <a:off x="1982415" y="2364263"/>
            <a:ext cx="8559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조치완료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순서도: 연결자 30">
            <a:extLst>
              <a:ext uri="{FF2B5EF4-FFF2-40B4-BE49-F238E27FC236}">
                <a16:creationId xmlns:a16="http://schemas.microsoft.com/office/drawing/2014/main" id="{70728988-5CBD-EE38-680B-09E5B2C3F344}"/>
              </a:ext>
            </a:extLst>
          </p:cNvPr>
          <p:cNvSpPr/>
          <p:nvPr/>
        </p:nvSpPr>
        <p:spPr>
          <a:xfrm>
            <a:off x="2741412" y="2443319"/>
            <a:ext cx="84928" cy="79284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20863B-BE45-9B1A-4511-9C29CADF72F5}"/>
              </a:ext>
            </a:extLst>
          </p:cNvPr>
          <p:cNvSpPr txBox="1"/>
          <p:nvPr/>
        </p:nvSpPr>
        <p:spPr>
          <a:xfrm>
            <a:off x="2745322" y="2370362"/>
            <a:ext cx="7033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조치중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순서도: 연결자 32">
            <a:extLst>
              <a:ext uri="{FF2B5EF4-FFF2-40B4-BE49-F238E27FC236}">
                <a16:creationId xmlns:a16="http://schemas.microsoft.com/office/drawing/2014/main" id="{CB8AA728-C255-BDD1-EF14-153FEB12ECFA}"/>
              </a:ext>
            </a:extLst>
          </p:cNvPr>
          <p:cNvSpPr/>
          <p:nvPr/>
        </p:nvSpPr>
        <p:spPr>
          <a:xfrm>
            <a:off x="3376695" y="2435739"/>
            <a:ext cx="84928" cy="7928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CB1F35-9DDC-E98A-0DF3-C09C0EB2D09E}"/>
              </a:ext>
            </a:extLst>
          </p:cNvPr>
          <p:cNvSpPr txBox="1"/>
          <p:nvPr/>
        </p:nvSpPr>
        <p:spPr>
          <a:xfrm>
            <a:off x="3375398" y="2377233"/>
            <a:ext cx="8788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조치불가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1ABA37-377E-B3D9-11F5-DDBD3C260EFA}"/>
              </a:ext>
            </a:extLst>
          </p:cNvPr>
          <p:cNvSpPr txBox="1"/>
          <p:nvPr/>
        </p:nvSpPr>
        <p:spPr>
          <a:xfrm>
            <a:off x="2300657" y="2180480"/>
            <a:ext cx="12006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조치요구 항목 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04E676D-B8CF-588C-78B3-5BA2056435EC}"/>
              </a:ext>
            </a:extLst>
          </p:cNvPr>
          <p:cNvSpPr/>
          <p:nvPr/>
        </p:nvSpPr>
        <p:spPr>
          <a:xfrm>
            <a:off x="4264668" y="2126066"/>
            <a:ext cx="2257271" cy="4763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267101-9FED-A812-E22D-E213A65C3F09}"/>
              </a:ext>
            </a:extLst>
          </p:cNvPr>
          <p:cNvSpPr txBox="1"/>
          <p:nvPr/>
        </p:nvSpPr>
        <p:spPr>
          <a:xfrm>
            <a:off x="4122107" y="2153216"/>
            <a:ext cx="9367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인스펙터</a:t>
            </a:r>
          </a:p>
        </p:txBody>
      </p:sp>
      <p:sp>
        <p:nvSpPr>
          <p:cNvPr id="38" name="순서도: 연결자 37">
            <a:extLst>
              <a:ext uri="{FF2B5EF4-FFF2-40B4-BE49-F238E27FC236}">
                <a16:creationId xmlns:a16="http://schemas.microsoft.com/office/drawing/2014/main" id="{27728511-0ABD-A881-AB4A-BCB1D8C8E70B}"/>
              </a:ext>
            </a:extLst>
          </p:cNvPr>
          <p:cNvSpPr/>
          <p:nvPr/>
        </p:nvSpPr>
        <p:spPr>
          <a:xfrm>
            <a:off x="4407498" y="2435338"/>
            <a:ext cx="84928" cy="79284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9D2F27-04FB-8256-B78C-D8A4406BF845}"/>
              </a:ext>
            </a:extLst>
          </p:cNvPr>
          <p:cNvSpPr txBox="1"/>
          <p:nvPr/>
        </p:nvSpPr>
        <p:spPr>
          <a:xfrm>
            <a:off x="4369280" y="2368157"/>
            <a:ext cx="8559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조치완료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순서도: 연결자 39">
            <a:extLst>
              <a:ext uri="{FF2B5EF4-FFF2-40B4-BE49-F238E27FC236}">
                <a16:creationId xmlns:a16="http://schemas.microsoft.com/office/drawing/2014/main" id="{ECD58F69-3842-6755-B320-611B09E32734}"/>
              </a:ext>
            </a:extLst>
          </p:cNvPr>
          <p:cNvSpPr/>
          <p:nvPr/>
        </p:nvSpPr>
        <p:spPr>
          <a:xfrm>
            <a:off x="5128277" y="2447213"/>
            <a:ext cx="84928" cy="79284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D10016-D594-9CCB-7B6E-0B3DE3ACF9F9}"/>
              </a:ext>
            </a:extLst>
          </p:cNvPr>
          <p:cNvSpPr txBox="1"/>
          <p:nvPr/>
        </p:nvSpPr>
        <p:spPr>
          <a:xfrm>
            <a:off x="5132187" y="2374256"/>
            <a:ext cx="7033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조치중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순서도: 연결자 41">
            <a:extLst>
              <a:ext uri="{FF2B5EF4-FFF2-40B4-BE49-F238E27FC236}">
                <a16:creationId xmlns:a16="http://schemas.microsoft.com/office/drawing/2014/main" id="{9DAA546D-D6C0-E73F-FE5E-D2FB1AE85660}"/>
              </a:ext>
            </a:extLst>
          </p:cNvPr>
          <p:cNvSpPr/>
          <p:nvPr/>
        </p:nvSpPr>
        <p:spPr>
          <a:xfrm>
            <a:off x="5763560" y="2439633"/>
            <a:ext cx="84928" cy="7928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D95570-2313-3F9A-02F4-67F4A3BC7025}"/>
              </a:ext>
            </a:extLst>
          </p:cNvPr>
          <p:cNvSpPr txBox="1"/>
          <p:nvPr/>
        </p:nvSpPr>
        <p:spPr>
          <a:xfrm>
            <a:off x="5762263" y="2381127"/>
            <a:ext cx="8788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조치불가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33D351-3D87-E494-68F6-039C5408A71E}"/>
              </a:ext>
            </a:extLst>
          </p:cNvPr>
          <p:cNvSpPr txBox="1"/>
          <p:nvPr/>
        </p:nvSpPr>
        <p:spPr>
          <a:xfrm>
            <a:off x="4634807" y="2185495"/>
            <a:ext cx="12006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조치요구 항목 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59A1ADA-548B-9474-BB42-8AC6A401A798}"/>
              </a:ext>
            </a:extLst>
          </p:cNvPr>
          <p:cNvSpPr/>
          <p:nvPr/>
        </p:nvSpPr>
        <p:spPr>
          <a:xfrm>
            <a:off x="6651533" y="2129960"/>
            <a:ext cx="2257271" cy="4763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FA209C-E964-D567-BED1-88E650AC95A1}"/>
              </a:ext>
            </a:extLst>
          </p:cNvPr>
          <p:cNvSpPr txBox="1"/>
          <p:nvPr/>
        </p:nvSpPr>
        <p:spPr>
          <a:xfrm>
            <a:off x="6444122" y="2157110"/>
            <a:ext cx="9367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린넨</a:t>
            </a:r>
          </a:p>
        </p:txBody>
      </p:sp>
      <p:sp>
        <p:nvSpPr>
          <p:cNvPr id="47" name="순서도: 연결자 46">
            <a:extLst>
              <a:ext uri="{FF2B5EF4-FFF2-40B4-BE49-F238E27FC236}">
                <a16:creationId xmlns:a16="http://schemas.microsoft.com/office/drawing/2014/main" id="{B3362F34-1500-43D6-0174-D6FC3DD47925}"/>
              </a:ext>
            </a:extLst>
          </p:cNvPr>
          <p:cNvSpPr/>
          <p:nvPr/>
        </p:nvSpPr>
        <p:spPr>
          <a:xfrm>
            <a:off x="6794363" y="2439232"/>
            <a:ext cx="84928" cy="79284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23A38C-269A-3255-5F30-5A3ABEB6122F}"/>
              </a:ext>
            </a:extLst>
          </p:cNvPr>
          <p:cNvSpPr txBox="1"/>
          <p:nvPr/>
        </p:nvSpPr>
        <p:spPr>
          <a:xfrm>
            <a:off x="6756145" y="2372051"/>
            <a:ext cx="8559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조치완료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순서도: 연결자 48">
            <a:extLst>
              <a:ext uri="{FF2B5EF4-FFF2-40B4-BE49-F238E27FC236}">
                <a16:creationId xmlns:a16="http://schemas.microsoft.com/office/drawing/2014/main" id="{C45725A2-CA2D-B11A-FE05-7A6BD782E7DB}"/>
              </a:ext>
            </a:extLst>
          </p:cNvPr>
          <p:cNvSpPr/>
          <p:nvPr/>
        </p:nvSpPr>
        <p:spPr>
          <a:xfrm>
            <a:off x="7515142" y="2451107"/>
            <a:ext cx="84928" cy="79284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DFBC9C7-6FCC-6AB2-566B-C0BE98681E1D}"/>
              </a:ext>
            </a:extLst>
          </p:cNvPr>
          <p:cNvSpPr txBox="1"/>
          <p:nvPr/>
        </p:nvSpPr>
        <p:spPr>
          <a:xfrm>
            <a:off x="7519052" y="2378150"/>
            <a:ext cx="7033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조치중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순서도: 연결자 50">
            <a:extLst>
              <a:ext uri="{FF2B5EF4-FFF2-40B4-BE49-F238E27FC236}">
                <a16:creationId xmlns:a16="http://schemas.microsoft.com/office/drawing/2014/main" id="{56C6EA3C-2785-A17F-7141-35AAB8E7B45E}"/>
              </a:ext>
            </a:extLst>
          </p:cNvPr>
          <p:cNvSpPr/>
          <p:nvPr/>
        </p:nvSpPr>
        <p:spPr>
          <a:xfrm>
            <a:off x="8150425" y="2443527"/>
            <a:ext cx="84928" cy="79284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647C9BE-5A1B-BC7E-6F7A-C7556FC32759}"/>
              </a:ext>
            </a:extLst>
          </p:cNvPr>
          <p:cNvSpPr txBox="1"/>
          <p:nvPr/>
        </p:nvSpPr>
        <p:spPr>
          <a:xfrm>
            <a:off x="8149128" y="2385021"/>
            <a:ext cx="8788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조치불가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008E56-DEA3-C44C-90F4-114AB0890C74}"/>
              </a:ext>
            </a:extLst>
          </p:cNvPr>
          <p:cNvSpPr txBox="1"/>
          <p:nvPr/>
        </p:nvSpPr>
        <p:spPr>
          <a:xfrm>
            <a:off x="6860382" y="2188268"/>
            <a:ext cx="12006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조치요구 항목 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F347DD40-E4B5-DE40-9198-D422F853FBC3}"/>
              </a:ext>
            </a:extLst>
          </p:cNvPr>
          <p:cNvSpPr/>
          <p:nvPr/>
        </p:nvSpPr>
        <p:spPr>
          <a:xfrm>
            <a:off x="9158817" y="2325681"/>
            <a:ext cx="890019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5" name="그래픽 54" descr="아래쪽 캐럿 윤곽선">
            <a:extLst>
              <a:ext uri="{FF2B5EF4-FFF2-40B4-BE49-F238E27FC236}">
                <a16:creationId xmlns:a16="http://schemas.microsoft.com/office/drawing/2014/main" id="{4A1969FB-BCD4-DDD5-2752-75DEC48EDB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06078" y="2342903"/>
            <a:ext cx="186651" cy="251137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C51A82F7-D79F-00A7-3D47-5CD2D38F83DA}"/>
              </a:ext>
            </a:extLst>
          </p:cNvPr>
          <p:cNvSpPr txBox="1"/>
          <p:nvPr/>
        </p:nvSpPr>
        <p:spPr>
          <a:xfrm>
            <a:off x="9108720" y="2362232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기간 설정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621A59D-FB73-1F27-9E86-9488A7745777}"/>
              </a:ext>
            </a:extLst>
          </p:cNvPr>
          <p:cNvSpPr/>
          <p:nvPr/>
        </p:nvSpPr>
        <p:spPr>
          <a:xfrm>
            <a:off x="10213962" y="2325681"/>
            <a:ext cx="556373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45EDA698-D5B6-4BD7-0FE1-5E8633B0749B}"/>
              </a:ext>
            </a:extLst>
          </p:cNvPr>
          <p:cNvSpPr/>
          <p:nvPr/>
        </p:nvSpPr>
        <p:spPr>
          <a:xfrm>
            <a:off x="10950881" y="2325681"/>
            <a:ext cx="556373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7EDB62-B32D-2207-50E5-043CFBA0C882}"/>
              </a:ext>
            </a:extLst>
          </p:cNvPr>
          <p:cNvSpPr txBox="1"/>
          <p:nvPr/>
        </p:nvSpPr>
        <p:spPr>
          <a:xfrm>
            <a:off x="10721144" y="2317041"/>
            <a:ext cx="169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~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0" name="그래픽 59" descr="일일 일정표 윤곽선">
            <a:extLst>
              <a:ext uri="{FF2B5EF4-FFF2-40B4-BE49-F238E27FC236}">
                <a16:creationId xmlns:a16="http://schemas.microsoft.com/office/drawing/2014/main" id="{0520B086-921C-3460-D357-7376D73E97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68596" y="2316589"/>
            <a:ext cx="279034" cy="279034"/>
          </a:xfrm>
          <a:prstGeom prst="rect">
            <a:avLst/>
          </a:prstGeom>
        </p:spPr>
      </p:pic>
      <p:pic>
        <p:nvPicPr>
          <p:cNvPr id="61" name="그래픽 60" descr="일일 일정표 윤곽선">
            <a:extLst>
              <a:ext uri="{FF2B5EF4-FFF2-40B4-BE49-F238E27FC236}">
                <a16:creationId xmlns:a16="http://schemas.microsoft.com/office/drawing/2014/main" id="{9ACBB8CB-1E76-76DC-A983-D53F88026E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99116" y="2317483"/>
            <a:ext cx="279034" cy="279034"/>
          </a:xfrm>
          <a:prstGeom prst="rect">
            <a:avLst/>
          </a:prstGeom>
        </p:spPr>
      </p:pic>
      <p:grpSp>
        <p:nvGrpSpPr>
          <p:cNvPr id="62" name="그룹 61">
            <a:extLst>
              <a:ext uri="{FF2B5EF4-FFF2-40B4-BE49-F238E27FC236}">
                <a16:creationId xmlns:a16="http://schemas.microsoft.com/office/drawing/2014/main" id="{55B087EB-8F21-C4E3-4A8D-DFFF91D260C6}"/>
              </a:ext>
            </a:extLst>
          </p:cNvPr>
          <p:cNvGrpSpPr/>
          <p:nvPr/>
        </p:nvGrpSpPr>
        <p:grpSpPr>
          <a:xfrm>
            <a:off x="10379503" y="1926161"/>
            <a:ext cx="1240934" cy="300624"/>
            <a:chOff x="2185154" y="1803567"/>
            <a:chExt cx="1240934" cy="300624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AD490B90-56E3-19AB-2E7D-4B6F077735FA}"/>
                </a:ext>
              </a:extLst>
            </p:cNvPr>
            <p:cNvSpPr/>
            <p:nvPr/>
          </p:nvSpPr>
          <p:spPr>
            <a:xfrm>
              <a:off x="2331993" y="1803567"/>
              <a:ext cx="947683" cy="3006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13DED128-8B0A-BB1C-45E2-3315D500DCE1}"/>
                </a:ext>
              </a:extLst>
            </p:cNvPr>
            <p:cNvSpPr/>
            <p:nvPr/>
          </p:nvSpPr>
          <p:spPr>
            <a:xfrm>
              <a:off x="2371376" y="1837332"/>
              <a:ext cx="242407" cy="2299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E2C35A4-65E5-D510-24CD-E8474544D759}"/>
                </a:ext>
              </a:extLst>
            </p:cNvPr>
            <p:cNvSpPr txBox="1"/>
            <p:nvPr/>
          </p:nvSpPr>
          <p:spPr>
            <a:xfrm>
              <a:off x="2185154" y="1851797"/>
              <a:ext cx="6053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일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A0A2B973-9C2E-CE02-783F-70B857229CBD}"/>
                </a:ext>
              </a:extLst>
            </p:cNvPr>
            <p:cNvSpPr/>
            <p:nvPr/>
          </p:nvSpPr>
          <p:spPr>
            <a:xfrm>
              <a:off x="2689181" y="1834461"/>
              <a:ext cx="242407" cy="2299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FA26A83-3519-9A7D-D913-1EA8018138DE}"/>
                </a:ext>
              </a:extLst>
            </p:cNvPr>
            <p:cNvSpPr txBox="1"/>
            <p:nvPr/>
          </p:nvSpPr>
          <p:spPr>
            <a:xfrm>
              <a:off x="2502959" y="1848926"/>
              <a:ext cx="6053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주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BD7CCB49-63AE-207B-123D-26010A77D95E}"/>
                </a:ext>
              </a:extLst>
            </p:cNvPr>
            <p:cNvSpPr/>
            <p:nvPr/>
          </p:nvSpPr>
          <p:spPr>
            <a:xfrm>
              <a:off x="3006986" y="1831590"/>
              <a:ext cx="242407" cy="2299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3487EFE-AF9E-3B6B-3766-B46D335E02B0}"/>
                </a:ext>
              </a:extLst>
            </p:cNvPr>
            <p:cNvSpPr txBox="1"/>
            <p:nvPr/>
          </p:nvSpPr>
          <p:spPr>
            <a:xfrm>
              <a:off x="2820764" y="1846055"/>
              <a:ext cx="6053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월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EBC81BB-34BF-4847-424C-EB67B1B05570}"/>
              </a:ext>
            </a:extLst>
          </p:cNvPr>
          <p:cNvSpPr/>
          <p:nvPr/>
        </p:nvSpPr>
        <p:spPr>
          <a:xfrm>
            <a:off x="1816579" y="5523635"/>
            <a:ext cx="9717989" cy="94983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AD379FFB-3357-090F-67D7-D444CF81DB22}"/>
              </a:ext>
            </a:extLst>
          </p:cNvPr>
          <p:cNvSpPr/>
          <p:nvPr/>
        </p:nvSpPr>
        <p:spPr>
          <a:xfrm>
            <a:off x="2084982" y="5570063"/>
            <a:ext cx="4011017" cy="84094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순서도: 수행의 시작/종료 71">
            <a:extLst>
              <a:ext uri="{FF2B5EF4-FFF2-40B4-BE49-F238E27FC236}">
                <a16:creationId xmlns:a16="http://schemas.microsoft.com/office/drawing/2014/main" id="{1626DD1F-60A1-5136-688C-21209E23069B}"/>
              </a:ext>
            </a:extLst>
          </p:cNvPr>
          <p:cNvSpPr/>
          <p:nvPr/>
        </p:nvSpPr>
        <p:spPr>
          <a:xfrm>
            <a:off x="5393303" y="6109592"/>
            <a:ext cx="595626" cy="18368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보기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C92E948-CAC3-5EAA-954D-F667FF5E3683}"/>
              </a:ext>
            </a:extLst>
          </p:cNvPr>
          <p:cNvSpPr txBox="1"/>
          <p:nvPr/>
        </p:nvSpPr>
        <p:spPr>
          <a:xfrm>
            <a:off x="1620542" y="5587337"/>
            <a:ext cx="240375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조치계획서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직무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0096530-D49F-F36D-B672-CC04DBB40531}"/>
              </a:ext>
            </a:extLst>
          </p:cNvPr>
          <p:cNvSpPr/>
          <p:nvPr/>
        </p:nvSpPr>
        <p:spPr>
          <a:xfrm>
            <a:off x="7285656" y="5561703"/>
            <a:ext cx="4011017" cy="84094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5" name="순서도: 수행의 시작/종료 74">
            <a:extLst>
              <a:ext uri="{FF2B5EF4-FFF2-40B4-BE49-F238E27FC236}">
                <a16:creationId xmlns:a16="http://schemas.microsoft.com/office/drawing/2014/main" id="{8F1BECD9-CCF8-D132-0649-10B4643FF749}"/>
              </a:ext>
            </a:extLst>
          </p:cNvPr>
          <p:cNvSpPr/>
          <p:nvPr/>
        </p:nvSpPr>
        <p:spPr>
          <a:xfrm>
            <a:off x="10593977" y="6101232"/>
            <a:ext cx="595626" cy="18368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보기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FEB3EC-5307-8E79-A92C-1DF22835F431}"/>
              </a:ext>
            </a:extLst>
          </p:cNvPr>
          <p:cNvSpPr txBox="1"/>
          <p:nvPr/>
        </p:nvSpPr>
        <p:spPr>
          <a:xfrm>
            <a:off x="6756145" y="5592541"/>
            <a:ext cx="240375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조치불가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건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72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27E859E2-D741-2D4F-7D37-AC88E183D01B}"/>
              </a:ext>
            </a:extLst>
          </p:cNvPr>
          <p:cNvSpPr/>
          <p:nvPr/>
        </p:nvSpPr>
        <p:spPr>
          <a:xfrm>
            <a:off x="462391" y="1042432"/>
            <a:ext cx="11330677" cy="56746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CCCFFA-589D-3451-B3BE-907580DFC8C9}"/>
              </a:ext>
            </a:extLst>
          </p:cNvPr>
          <p:cNvSpPr txBox="1"/>
          <p:nvPr/>
        </p:nvSpPr>
        <p:spPr>
          <a:xfrm>
            <a:off x="362252" y="1147724"/>
            <a:ext cx="1278675" cy="39288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ctr" defTabSz="9127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CS MAC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AFEB444-805F-7F39-64DD-1512757F6FD3}"/>
              </a:ext>
            </a:extLst>
          </p:cNvPr>
          <p:cNvGrpSpPr/>
          <p:nvPr/>
        </p:nvGrpSpPr>
        <p:grpSpPr>
          <a:xfrm>
            <a:off x="580149" y="1705518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60067498-A31F-A585-4418-D86BA501A3EF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8" name="그래픽 27" descr="아래쪽 캐럿 윤곽선">
              <a:extLst>
                <a:ext uri="{FF2B5EF4-FFF2-40B4-BE49-F238E27FC236}">
                  <a16:creationId xmlns:a16="http://schemas.microsoft.com/office/drawing/2014/main" id="{6F2C93FD-BE94-A86E-671B-89713A311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6FE34B6-C801-E76C-7E24-B46215E9F7BF}"/>
              </a:ext>
            </a:extLst>
          </p:cNvPr>
          <p:cNvCxnSpPr>
            <a:cxnSpLocks/>
          </p:cNvCxnSpPr>
          <p:nvPr/>
        </p:nvCxnSpPr>
        <p:spPr>
          <a:xfrm>
            <a:off x="1690828" y="1337634"/>
            <a:ext cx="0" cy="5053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5CB9D74-7657-E0D4-D69E-F8F8CB956E82}"/>
              </a:ext>
            </a:extLst>
          </p:cNvPr>
          <p:cNvGrpSpPr/>
          <p:nvPr/>
        </p:nvGrpSpPr>
        <p:grpSpPr>
          <a:xfrm>
            <a:off x="580149" y="2193650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F092A7BE-7E47-0D9B-6C89-F2030B703B07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2" name="그래픽 31" descr="아래쪽 캐럿 윤곽선">
              <a:extLst>
                <a:ext uri="{FF2B5EF4-FFF2-40B4-BE49-F238E27FC236}">
                  <a16:creationId xmlns:a16="http://schemas.microsoft.com/office/drawing/2014/main" id="{AEABD5B6-6C61-72A9-C8B3-13C8E3EC2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AF26845A-5EE2-209E-D29D-5B55FEE58A94}"/>
              </a:ext>
            </a:extLst>
          </p:cNvPr>
          <p:cNvSpPr txBox="1"/>
          <p:nvPr/>
        </p:nvSpPr>
        <p:spPr>
          <a:xfrm>
            <a:off x="445895" y="2204989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Check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8" name="그래픽 37" descr="아래쪽 캐럿 윤곽선">
            <a:extLst>
              <a:ext uri="{FF2B5EF4-FFF2-40B4-BE49-F238E27FC236}">
                <a16:creationId xmlns:a16="http://schemas.microsoft.com/office/drawing/2014/main" id="{B31E9998-5DDF-5F96-DF30-DFC3CA55D6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4881" y="1725234"/>
            <a:ext cx="243591" cy="278703"/>
          </a:xfrm>
          <a:prstGeom prst="rect">
            <a:avLst/>
          </a:prstGeom>
        </p:spPr>
      </p:pic>
      <p:sp>
        <p:nvSpPr>
          <p:cNvPr id="39" name="순서도: 연결자 38">
            <a:extLst>
              <a:ext uri="{FF2B5EF4-FFF2-40B4-BE49-F238E27FC236}">
                <a16:creationId xmlns:a16="http://schemas.microsoft.com/office/drawing/2014/main" id="{F9E49A78-3916-B732-8FB8-E151E583F898}"/>
              </a:ext>
            </a:extLst>
          </p:cNvPr>
          <p:cNvSpPr/>
          <p:nvPr/>
        </p:nvSpPr>
        <p:spPr>
          <a:xfrm>
            <a:off x="661568" y="2290429"/>
            <a:ext cx="94220" cy="103181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A00CBF-2A4F-B4BB-DFF4-551D06BF0F2F}"/>
              </a:ext>
            </a:extLst>
          </p:cNvPr>
          <p:cNvSpPr txBox="1"/>
          <p:nvPr/>
        </p:nvSpPr>
        <p:spPr>
          <a:xfrm>
            <a:off x="311578" y="1733688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PDCA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240129B-B2E2-8419-BBF6-9DFB6BBD60A4}"/>
              </a:ext>
            </a:extLst>
          </p:cNvPr>
          <p:cNvSpPr/>
          <p:nvPr/>
        </p:nvSpPr>
        <p:spPr>
          <a:xfrm>
            <a:off x="1093679" y="-403334"/>
            <a:ext cx="10590877" cy="1501451"/>
          </a:xfrm>
          <a:prstGeom prst="rect">
            <a:avLst/>
          </a:prstGeom>
          <a:solidFill>
            <a:schemeClr val="bg1">
              <a:lumMod val="95000"/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935" tIns="35935" rIns="35935" bIns="35935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Check 1-1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이행근거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 검증하면 </a:t>
            </a: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점검</a:t>
            </a: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재점검 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시간을 단축 시킬 수 있다</a:t>
            </a:r>
            <a:endParaRPr kumimoji="0" lang="en-US" altLang="ko-KR" sz="18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876132A-8790-D9BA-EE7B-73A1DD9EF6CF}"/>
              </a:ext>
            </a:extLst>
          </p:cNvPr>
          <p:cNvSpPr/>
          <p:nvPr/>
        </p:nvSpPr>
        <p:spPr>
          <a:xfrm>
            <a:off x="1791036" y="1390390"/>
            <a:ext cx="2091846" cy="13554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6B3E01-9111-E2D0-4FFF-FEF4E18E6229}"/>
              </a:ext>
            </a:extLst>
          </p:cNvPr>
          <p:cNvSpPr txBox="1"/>
          <p:nvPr/>
        </p:nvSpPr>
        <p:spPr>
          <a:xfrm>
            <a:off x="1770602" y="1701233"/>
            <a:ext cx="1113932" cy="656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검증 완료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15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69BAF5-5793-6C02-FA0C-8F3121C0C508}"/>
              </a:ext>
            </a:extLst>
          </p:cNvPr>
          <p:cNvSpPr txBox="1"/>
          <p:nvPr/>
        </p:nvSpPr>
        <p:spPr>
          <a:xfrm>
            <a:off x="2768950" y="1710214"/>
            <a:ext cx="1113932" cy="656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검증 미완료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256BDE2A-6902-B6C8-7E5A-A6B7708EE4BF}"/>
              </a:ext>
            </a:extLst>
          </p:cNvPr>
          <p:cNvCxnSpPr/>
          <p:nvPr/>
        </p:nvCxnSpPr>
        <p:spPr>
          <a:xfrm>
            <a:off x="2811908" y="1733688"/>
            <a:ext cx="0" cy="6599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DC22B8B-CA25-9864-42A5-5F2A58482FF8}"/>
              </a:ext>
            </a:extLst>
          </p:cNvPr>
          <p:cNvSpPr/>
          <p:nvPr/>
        </p:nvSpPr>
        <p:spPr>
          <a:xfrm>
            <a:off x="1791036" y="2830332"/>
            <a:ext cx="2091840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7" name="그래픽 46" descr="아래쪽 캐럿 윤곽선">
            <a:extLst>
              <a:ext uri="{FF2B5EF4-FFF2-40B4-BE49-F238E27FC236}">
                <a16:creationId xmlns:a16="http://schemas.microsoft.com/office/drawing/2014/main" id="{3FBCBA3C-D506-97B2-9C08-0921D93C2A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97217" y="2840500"/>
            <a:ext cx="243591" cy="278703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29773351-68EB-BD9E-9885-3274ADF3B9CA}"/>
              </a:ext>
            </a:extLst>
          </p:cNvPr>
          <p:cNvSpPr txBox="1"/>
          <p:nvPr/>
        </p:nvSpPr>
        <p:spPr>
          <a:xfrm>
            <a:off x="1934776" y="2840300"/>
            <a:ext cx="1547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검증대기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18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A2403D9-D723-8608-2F4B-84821C03A5B7}"/>
              </a:ext>
            </a:extLst>
          </p:cNvPr>
          <p:cNvSpPr/>
          <p:nvPr/>
        </p:nvSpPr>
        <p:spPr>
          <a:xfrm>
            <a:off x="1817808" y="3475973"/>
            <a:ext cx="231729" cy="22158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B458E698-5CB0-5B60-5FEC-3FE76D044B90}"/>
              </a:ext>
            </a:extLst>
          </p:cNvPr>
          <p:cNvSpPr/>
          <p:nvPr/>
        </p:nvSpPr>
        <p:spPr>
          <a:xfrm>
            <a:off x="2131306" y="3242044"/>
            <a:ext cx="1751573" cy="71523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3F01BDA-D526-A0FA-4F71-38AFD9B4737F}"/>
              </a:ext>
            </a:extLst>
          </p:cNvPr>
          <p:cNvGrpSpPr/>
          <p:nvPr/>
        </p:nvGrpSpPr>
        <p:grpSpPr>
          <a:xfrm>
            <a:off x="3473455" y="3307544"/>
            <a:ext cx="323376" cy="336858"/>
            <a:chOff x="2475305" y="2790893"/>
            <a:chExt cx="457200" cy="457200"/>
          </a:xfrm>
        </p:grpSpPr>
        <p:sp>
          <p:nvSpPr>
            <p:cNvPr id="52" name="순서도: 연결자 51">
              <a:extLst>
                <a:ext uri="{FF2B5EF4-FFF2-40B4-BE49-F238E27FC236}">
                  <a16:creationId xmlns:a16="http://schemas.microsoft.com/office/drawing/2014/main" id="{FEE148CC-D68E-7510-87E6-92B82F2D23B7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53" name="그래픽 52" descr="남자 옆모습 윤곽선">
              <a:extLst>
                <a:ext uri="{FF2B5EF4-FFF2-40B4-BE49-F238E27FC236}">
                  <a16:creationId xmlns:a16="http://schemas.microsoft.com/office/drawing/2014/main" id="{49DBED9E-BDCF-C87B-5506-3B33C2190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pic>
        <p:nvPicPr>
          <p:cNvPr id="54" name="그래픽 53" descr="오른쪽 캐럿 윤곽선">
            <a:extLst>
              <a:ext uri="{FF2B5EF4-FFF2-40B4-BE49-F238E27FC236}">
                <a16:creationId xmlns:a16="http://schemas.microsoft.com/office/drawing/2014/main" id="{12BAC582-E41E-4CD3-1632-933D5B1647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>
            <a:off x="1802035" y="6043278"/>
            <a:ext cx="314239" cy="314239"/>
          </a:xfrm>
          <a:prstGeom prst="rect">
            <a:avLst/>
          </a:prstGeom>
        </p:spPr>
      </p:pic>
      <p:pic>
        <p:nvPicPr>
          <p:cNvPr id="55" name="그래픽 54" descr="오른쪽 캐럿 윤곽선">
            <a:extLst>
              <a:ext uri="{FF2B5EF4-FFF2-40B4-BE49-F238E27FC236}">
                <a16:creationId xmlns:a16="http://schemas.microsoft.com/office/drawing/2014/main" id="{7FEDA783-9FBB-411C-0D19-EFA428A634F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65249" y="6043277"/>
            <a:ext cx="314239" cy="314239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4D28EFA-ECA9-4BA3-1DB5-0FC8998F8F3F}"/>
              </a:ext>
            </a:extLst>
          </p:cNvPr>
          <p:cNvSpPr txBox="1"/>
          <p:nvPr/>
        </p:nvSpPr>
        <p:spPr>
          <a:xfrm>
            <a:off x="2222745" y="6063113"/>
            <a:ext cx="1448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2  3  4  5 …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48640F7-B57A-BDAE-AE0E-5C603B672F3D}"/>
              </a:ext>
            </a:extLst>
          </p:cNvPr>
          <p:cNvSpPr/>
          <p:nvPr/>
        </p:nvSpPr>
        <p:spPr>
          <a:xfrm>
            <a:off x="2239403" y="6092833"/>
            <a:ext cx="231729" cy="22158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그래픽 121">
            <a:extLst>
              <a:ext uri="{FF2B5EF4-FFF2-40B4-BE49-F238E27FC236}">
                <a16:creationId xmlns:a16="http://schemas.microsoft.com/office/drawing/2014/main" id="{F95407EE-A893-25D3-8159-1416D4239ED6}"/>
              </a:ext>
            </a:extLst>
          </p:cNvPr>
          <p:cNvSpPr/>
          <p:nvPr/>
        </p:nvSpPr>
        <p:spPr>
          <a:xfrm>
            <a:off x="1814318" y="5779892"/>
            <a:ext cx="127626" cy="155859"/>
          </a:xfrm>
          <a:custGeom>
            <a:avLst/>
            <a:gdLst>
              <a:gd name="connsiteX0" fmla="*/ 181933 w 184486"/>
              <a:gd name="connsiteY0" fmla="*/ 2398 h 154179"/>
              <a:gd name="connsiteX1" fmla="*/ 169944 w 184486"/>
              <a:gd name="connsiteY1" fmla="*/ 2552 h 154179"/>
              <a:gd name="connsiteX2" fmla="*/ 151872 w 184486"/>
              <a:gd name="connsiteY2" fmla="*/ 21112 h 154179"/>
              <a:gd name="connsiteX3" fmla="*/ 133337 w 184486"/>
              <a:gd name="connsiteY3" fmla="*/ 40135 h 154179"/>
              <a:gd name="connsiteX4" fmla="*/ 122863 w 184486"/>
              <a:gd name="connsiteY4" fmla="*/ 50891 h 154179"/>
              <a:gd name="connsiteX5" fmla="*/ 112287 w 184486"/>
              <a:gd name="connsiteY5" fmla="*/ 62186 h 154179"/>
              <a:gd name="connsiteX6" fmla="*/ 91467 w 184486"/>
              <a:gd name="connsiteY6" fmla="*/ 84469 h 154179"/>
              <a:gd name="connsiteX7" fmla="*/ 73472 w 184486"/>
              <a:gd name="connsiteY7" fmla="*/ 104236 h 154179"/>
              <a:gd name="connsiteX8" fmla="*/ 67362 w 184486"/>
              <a:gd name="connsiteY8" fmla="*/ 111013 h 154179"/>
              <a:gd name="connsiteX9" fmla="*/ 14325 w 184486"/>
              <a:gd name="connsiteY9" fmla="*/ 61493 h 154179"/>
              <a:gd name="connsiteX10" fmla="*/ 3646 w 184486"/>
              <a:gd name="connsiteY10" fmla="*/ 60723 h 154179"/>
              <a:gd name="connsiteX11" fmla="*/ 1515 w 184486"/>
              <a:gd name="connsiteY11" fmla="*/ 72583 h 154179"/>
              <a:gd name="connsiteX12" fmla="*/ 52960 w 184486"/>
              <a:gd name="connsiteY12" fmla="*/ 146465 h 154179"/>
              <a:gd name="connsiteX13" fmla="*/ 55450 w 184486"/>
              <a:gd name="connsiteY13" fmla="*/ 149341 h 154179"/>
              <a:gd name="connsiteX14" fmla="*/ 74498 w 184486"/>
              <a:gd name="connsiteY14" fmla="*/ 152883 h 154179"/>
              <a:gd name="connsiteX15" fmla="*/ 84510 w 184486"/>
              <a:gd name="connsiteY15" fmla="*/ 145772 h 154179"/>
              <a:gd name="connsiteX16" fmla="*/ 84562 w 184486"/>
              <a:gd name="connsiteY16" fmla="*/ 145695 h 154179"/>
              <a:gd name="connsiteX17" fmla="*/ 88592 w 184486"/>
              <a:gd name="connsiteY17" fmla="*/ 139868 h 154179"/>
              <a:gd name="connsiteX18" fmla="*/ 99297 w 184486"/>
              <a:gd name="connsiteY18" fmla="*/ 124722 h 154179"/>
              <a:gd name="connsiteX19" fmla="*/ 114597 w 184486"/>
              <a:gd name="connsiteY19" fmla="*/ 103440 h 154179"/>
              <a:gd name="connsiteX20" fmla="*/ 132541 w 184486"/>
              <a:gd name="connsiteY20" fmla="*/ 79155 h 154179"/>
              <a:gd name="connsiteX21" fmla="*/ 141654 w 184486"/>
              <a:gd name="connsiteY21" fmla="*/ 66807 h 154179"/>
              <a:gd name="connsiteX22" fmla="*/ 150742 w 184486"/>
              <a:gd name="connsiteY22" fmla="*/ 55050 h 154179"/>
              <a:gd name="connsiteX23" fmla="*/ 166864 w 184486"/>
              <a:gd name="connsiteY23" fmla="*/ 34179 h 154179"/>
              <a:gd name="connsiteX24" fmla="*/ 182600 w 184486"/>
              <a:gd name="connsiteY24" fmla="*/ 13796 h 154179"/>
              <a:gd name="connsiteX25" fmla="*/ 182728 w 184486"/>
              <a:gd name="connsiteY25" fmla="*/ 13642 h 154179"/>
              <a:gd name="connsiteX26" fmla="*/ 181933 w 184486"/>
              <a:gd name="connsiteY26" fmla="*/ 2398 h 15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84486" h="154179">
                <a:moveTo>
                  <a:pt x="181933" y="2398"/>
                </a:moveTo>
                <a:cubicBezTo>
                  <a:pt x="178570" y="-862"/>
                  <a:pt x="173204" y="-785"/>
                  <a:pt x="169944" y="2552"/>
                </a:cubicBezTo>
                <a:cubicBezTo>
                  <a:pt x="169944" y="2552"/>
                  <a:pt x="162705" y="9971"/>
                  <a:pt x="151872" y="21112"/>
                </a:cubicBezTo>
                <a:cubicBezTo>
                  <a:pt x="146455" y="26683"/>
                  <a:pt x="140114" y="33178"/>
                  <a:pt x="133337" y="40135"/>
                </a:cubicBezTo>
                <a:cubicBezTo>
                  <a:pt x="129948" y="43626"/>
                  <a:pt x="126431" y="47220"/>
                  <a:pt x="122863" y="50891"/>
                </a:cubicBezTo>
                <a:cubicBezTo>
                  <a:pt x="119372" y="54613"/>
                  <a:pt x="115829" y="58413"/>
                  <a:pt x="112287" y="62186"/>
                </a:cubicBezTo>
                <a:cubicBezTo>
                  <a:pt x="105201" y="69785"/>
                  <a:pt x="98116" y="77358"/>
                  <a:pt x="91467" y="84469"/>
                </a:cubicBezTo>
                <a:cubicBezTo>
                  <a:pt x="84767" y="91529"/>
                  <a:pt x="78760" y="98460"/>
                  <a:pt x="73472" y="104236"/>
                </a:cubicBezTo>
                <a:cubicBezTo>
                  <a:pt x="71264" y="106700"/>
                  <a:pt x="69236" y="108934"/>
                  <a:pt x="67362" y="111013"/>
                </a:cubicBezTo>
                <a:lnTo>
                  <a:pt x="14325" y="61493"/>
                </a:lnTo>
                <a:cubicBezTo>
                  <a:pt x="11450" y="58823"/>
                  <a:pt x="7009" y="58387"/>
                  <a:pt x="3646" y="60723"/>
                </a:cubicBezTo>
                <a:cubicBezTo>
                  <a:pt x="-205" y="63419"/>
                  <a:pt x="-1155" y="68707"/>
                  <a:pt x="1515" y="72583"/>
                </a:cubicBezTo>
                <a:lnTo>
                  <a:pt x="52960" y="146465"/>
                </a:lnTo>
                <a:cubicBezTo>
                  <a:pt x="53653" y="147467"/>
                  <a:pt x="54526" y="148493"/>
                  <a:pt x="55450" y="149341"/>
                </a:cubicBezTo>
                <a:cubicBezTo>
                  <a:pt x="60739" y="154269"/>
                  <a:pt x="68209" y="155399"/>
                  <a:pt x="74498" y="152883"/>
                </a:cubicBezTo>
                <a:cubicBezTo>
                  <a:pt x="78426" y="151805"/>
                  <a:pt x="82020" y="149392"/>
                  <a:pt x="84510" y="145772"/>
                </a:cubicBezTo>
                <a:lnTo>
                  <a:pt x="84562" y="145695"/>
                </a:lnTo>
                <a:cubicBezTo>
                  <a:pt x="84562" y="145695"/>
                  <a:pt x="86025" y="143564"/>
                  <a:pt x="88592" y="139868"/>
                </a:cubicBezTo>
                <a:cubicBezTo>
                  <a:pt x="91159" y="136094"/>
                  <a:pt x="94856" y="130960"/>
                  <a:pt x="99297" y="124722"/>
                </a:cubicBezTo>
                <a:cubicBezTo>
                  <a:pt x="103789" y="118509"/>
                  <a:pt x="108795" y="111167"/>
                  <a:pt x="114597" y="103440"/>
                </a:cubicBezTo>
                <a:cubicBezTo>
                  <a:pt x="120322" y="95687"/>
                  <a:pt x="126431" y="87421"/>
                  <a:pt x="132541" y="79155"/>
                </a:cubicBezTo>
                <a:cubicBezTo>
                  <a:pt x="135596" y="75022"/>
                  <a:pt x="138651" y="70889"/>
                  <a:pt x="141654" y="66807"/>
                </a:cubicBezTo>
                <a:cubicBezTo>
                  <a:pt x="144735" y="62802"/>
                  <a:pt x="147790" y="58849"/>
                  <a:pt x="150742" y="55050"/>
                </a:cubicBezTo>
                <a:cubicBezTo>
                  <a:pt x="156646" y="47400"/>
                  <a:pt x="162140" y="40289"/>
                  <a:pt x="166864" y="34179"/>
                </a:cubicBezTo>
                <a:cubicBezTo>
                  <a:pt x="176311" y="21934"/>
                  <a:pt x="182600" y="13796"/>
                  <a:pt x="182600" y="13796"/>
                </a:cubicBezTo>
                <a:lnTo>
                  <a:pt x="182728" y="13642"/>
                </a:lnTo>
                <a:cubicBezTo>
                  <a:pt x="185321" y="10279"/>
                  <a:pt x="185039" y="5427"/>
                  <a:pt x="181933" y="2398"/>
                </a:cubicBezTo>
                <a:close/>
              </a:path>
            </a:pathLst>
          </a:cu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D57FBD-EBBA-B2C1-7E71-2E34B1370244}"/>
              </a:ext>
            </a:extLst>
          </p:cNvPr>
          <p:cNvSpPr txBox="1"/>
          <p:nvPr/>
        </p:nvSpPr>
        <p:spPr>
          <a:xfrm>
            <a:off x="1986636" y="5750698"/>
            <a:ext cx="7400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전체선택</a:t>
            </a:r>
          </a:p>
        </p:txBody>
      </p:sp>
      <p:sp>
        <p:nvSpPr>
          <p:cNvPr id="60" name="순서도: 수행의 시작/종료 59">
            <a:extLst>
              <a:ext uri="{FF2B5EF4-FFF2-40B4-BE49-F238E27FC236}">
                <a16:creationId xmlns:a16="http://schemas.microsoft.com/office/drawing/2014/main" id="{D4428809-AF22-CCFB-B1DE-6686C98FCE30}"/>
              </a:ext>
            </a:extLst>
          </p:cNvPr>
          <p:cNvSpPr/>
          <p:nvPr/>
        </p:nvSpPr>
        <p:spPr>
          <a:xfrm>
            <a:off x="2986464" y="5730314"/>
            <a:ext cx="789829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미리보기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B8BE37-3B47-244A-08AB-B39FACB7F587}"/>
              </a:ext>
            </a:extLst>
          </p:cNvPr>
          <p:cNvSpPr txBox="1"/>
          <p:nvPr/>
        </p:nvSpPr>
        <p:spPr>
          <a:xfrm>
            <a:off x="2156464" y="3327017"/>
            <a:ext cx="1191880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프론트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VIP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 선배정 상태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C85F2BB-ABF3-FC36-C037-DD6C25FE4D78}"/>
              </a:ext>
            </a:extLst>
          </p:cNvPr>
          <p:cNvSpPr/>
          <p:nvPr/>
        </p:nvSpPr>
        <p:spPr>
          <a:xfrm>
            <a:off x="1795181" y="4304962"/>
            <a:ext cx="231729" cy="22158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243C15EF-F352-1D0B-815D-DC562D5E4C9A}"/>
              </a:ext>
            </a:extLst>
          </p:cNvPr>
          <p:cNvSpPr/>
          <p:nvPr/>
        </p:nvSpPr>
        <p:spPr>
          <a:xfrm>
            <a:off x="2108679" y="4071033"/>
            <a:ext cx="1751573" cy="71523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1843087-BD97-8D26-8B58-8CA3B6A079EF}"/>
              </a:ext>
            </a:extLst>
          </p:cNvPr>
          <p:cNvSpPr txBox="1"/>
          <p:nvPr/>
        </p:nvSpPr>
        <p:spPr>
          <a:xfrm>
            <a:off x="2133837" y="4156006"/>
            <a:ext cx="1626454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컨시어즈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습득물 보관 상태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D395ADE-C59B-D772-40D6-F7315984CE7D}"/>
              </a:ext>
            </a:extLst>
          </p:cNvPr>
          <p:cNvSpPr/>
          <p:nvPr/>
        </p:nvSpPr>
        <p:spPr>
          <a:xfrm>
            <a:off x="1772554" y="5127688"/>
            <a:ext cx="231729" cy="22158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60CCB4E6-984C-6421-F7A2-626C891ABE8D}"/>
              </a:ext>
            </a:extLst>
          </p:cNvPr>
          <p:cNvSpPr/>
          <p:nvPr/>
        </p:nvSpPr>
        <p:spPr>
          <a:xfrm>
            <a:off x="2086052" y="4893759"/>
            <a:ext cx="1751573" cy="71523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AFC303-7B7F-B749-C85E-27AB47A75526}"/>
              </a:ext>
            </a:extLst>
          </p:cNvPr>
          <p:cNvSpPr txBox="1"/>
          <p:nvPr/>
        </p:nvSpPr>
        <p:spPr>
          <a:xfrm>
            <a:off x="2131306" y="4972358"/>
            <a:ext cx="1626454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인스펙터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침구 세팅 상태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1C2DA5A6-95F1-20F7-0253-0ADE7D451880}"/>
              </a:ext>
            </a:extLst>
          </p:cNvPr>
          <p:cNvGrpSpPr/>
          <p:nvPr/>
        </p:nvGrpSpPr>
        <p:grpSpPr>
          <a:xfrm>
            <a:off x="3434857" y="4136533"/>
            <a:ext cx="323376" cy="336858"/>
            <a:chOff x="2475305" y="2790893"/>
            <a:chExt cx="457200" cy="457200"/>
          </a:xfrm>
        </p:grpSpPr>
        <p:sp>
          <p:nvSpPr>
            <p:cNvPr id="72" name="순서도: 연결자 71">
              <a:extLst>
                <a:ext uri="{FF2B5EF4-FFF2-40B4-BE49-F238E27FC236}">
                  <a16:creationId xmlns:a16="http://schemas.microsoft.com/office/drawing/2014/main" id="{AFFBF988-1B87-1C47-72F5-9AA85CB90E02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73" name="그래픽 72" descr="남자 옆모습 윤곽선">
              <a:extLst>
                <a:ext uri="{FF2B5EF4-FFF2-40B4-BE49-F238E27FC236}">
                  <a16:creationId xmlns:a16="http://schemas.microsoft.com/office/drawing/2014/main" id="{2A4157E8-2CA9-91B7-A00C-2B3F8D7C7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DEC46637-2AF4-B887-6F15-6F75B11408E7}"/>
              </a:ext>
            </a:extLst>
          </p:cNvPr>
          <p:cNvGrpSpPr/>
          <p:nvPr/>
        </p:nvGrpSpPr>
        <p:grpSpPr>
          <a:xfrm>
            <a:off x="3434857" y="4944106"/>
            <a:ext cx="323376" cy="336858"/>
            <a:chOff x="2475305" y="2790893"/>
            <a:chExt cx="457200" cy="457200"/>
          </a:xfrm>
        </p:grpSpPr>
        <p:sp>
          <p:nvSpPr>
            <p:cNvPr id="75" name="순서도: 연결자 74">
              <a:extLst>
                <a:ext uri="{FF2B5EF4-FFF2-40B4-BE49-F238E27FC236}">
                  <a16:creationId xmlns:a16="http://schemas.microsoft.com/office/drawing/2014/main" id="{923C908C-1BE6-C851-A062-56EC00EB5995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76" name="그래픽 75" descr="남자 옆모습 윤곽선">
              <a:extLst>
                <a:ext uri="{FF2B5EF4-FFF2-40B4-BE49-F238E27FC236}">
                  <a16:creationId xmlns:a16="http://schemas.microsoft.com/office/drawing/2014/main" id="{D0A04D60-3FA8-74EF-7AA0-4DAD1E69C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01679BC-2C6F-EA6A-02AE-627932842298}"/>
              </a:ext>
            </a:extLst>
          </p:cNvPr>
          <p:cNvSpPr/>
          <p:nvPr/>
        </p:nvSpPr>
        <p:spPr>
          <a:xfrm>
            <a:off x="4072100" y="1390390"/>
            <a:ext cx="7451658" cy="514897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25B9C6A-1190-6756-FDF2-7759C56D777B}"/>
              </a:ext>
            </a:extLst>
          </p:cNvPr>
          <p:cNvSpPr txBox="1"/>
          <p:nvPr/>
        </p:nvSpPr>
        <p:spPr>
          <a:xfrm>
            <a:off x="4963250" y="1563228"/>
            <a:ext cx="255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객실팀 업무수행 결과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검증</a:t>
            </a: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BFBB8891-0299-AC9E-08E3-D2F36BA0CE21}"/>
              </a:ext>
            </a:extLst>
          </p:cNvPr>
          <p:cNvCxnSpPr>
            <a:cxnSpLocks/>
          </p:cNvCxnSpPr>
          <p:nvPr/>
        </p:nvCxnSpPr>
        <p:spPr>
          <a:xfrm>
            <a:off x="4428097" y="1957250"/>
            <a:ext cx="675119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순서도: 수행의 시작/종료 80">
            <a:extLst>
              <a:ext uri="{FF2B5EF4-FFF2-40B4-BE49-F238E27FC236}">
                <a16:creationId xmlns:a16="http://schemas.microsoft.com/office/drawing/2014/main" id="{8FA88FF6-B075-7711-529F-FA9C8C46AD45}"/>
              </a:ext>
            </a:extLst>
          </p:cNvPr>
          <p:cNvSpPr/>
          <p:nvPr/>
        </p:nvSpPr>
        <p:spPr>
          <a:xfrm>
            <a:off x="9846171" y="1554052"/>
            <a:ext cx="1212170" cy="294361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1A82214-2235-78C3-FCED-1C29E287D491}"/>
              </a:ext>
            </a:extLst>
          </p:cNvPr>
          <p:cNvSpPr txBox="1"/>
          <p:nvPr/>
        </p:nvSpPr>
        <p:spPr>
          <a:xfrm>
            <a:off x="10035389" y="1558833"/>
            <a:ext cx="1056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시작하기</a:t>
            </a:r>
          </a:p>
        </p:txBody>
      </p:sp>
      <p:pic>
        <p:nvPicPr>
          <p:cNvPr id="83" name="그래픽 82" descr="시계 윤곽선">
            <a:extLst>
              <a:ext uri="{FF2B5EF4-FFF2-40B4-BE49-F238E27FC236}">
                <a16:creationId xmlns:a16="http://schemas.microsoft.com/office/drawing/2014/main" id="{E1C60B3E-6250-D9A0-9829-FDFEEDD0D7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96739" y="2293551"/>
            <a:ext cx="230832" cy="230832"/>
          </a:xfrm>
          <a:prstGeom prst="rect">
            <a:avLst/>
          </a:prstGeom>
        </p:spPr>
      </p:pic>
      <p:sp>
        <p:nvSpPr>
          <p:cNvPr id="84" name="직사각형 83">
            <a:extLst>
              <a:ext uri="{FF2B5EF4-FFF2-40B4-BE49-F238E27FC236}">
                <a16:creationId xmlns:a16="http://schemas.microsoft.com/office/drawing/2014/main" id="{AEC0F548-E7D8-15B9-1314-3207D51C4363}"/>
              </a:ext>
            </a:extLst>
          </p:cNvPr>
          <p:cNvSpPr/>
          <p:nvPr/>
        </p:nvSpPr>
        <p:spPr>
          <a:xfrm>
            <a:off x="5388115" y="2287591"/>
            <a:ext cx="179583" cy="15337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C49016A-984C-8C7F-D5E3-DEFC34B3173E}"/>
              </a:ext>
            </a:extLst>
          </p:cNvPr>
          <p:cNvSpPr/>
          <p:nvPr/>
        </p:nvSpPr>
        <p:spPr>
          <a:xfrm>
            <a:off x="5943236" y="2290429"/>
            <a:ext cx="179583" cy="15337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6" name="그래픽 121">
            <a:extLst>
              <a:ext uri="{FF2B5EF4-FFF2-40B4-BE49-F238E27FC236}">
                <a16:creationId xmlns:a16="http://schemas.microsoft.com/office/drawing/2014/main" id="{D275C4EE-C1C1-C538-C15E-23FD5966280B}"/>
              </a:ext>
            </a:extLst>
          </p:cNvPr>
          <p:cNvSpPr/>
          <p:nvPr/>
        </p:nvSpPr>
        <p:spPr>
          <a:xfrm>
            <a:off x="4568953" y="2286129"/>
            <a:ext cx="127626" cy="155859"/>
          </a:xfrm>
          <a:custGeom>
            <a:avLst/>
            <a:gdLst>
              <a:gd name="connsiteX0" fmla="*/ 181933 w 184486"/>
              <a:gd name="connsiteY0" fmla="*/ 2398 h 154179"/>
              <a:gd name="connsiteX1" fmla="*/ 169944 w 184486"/>
              <a:gd name="connsiteY1" fmla="*/ 2552 h 154179"/>
              <a:gd name="connsiteX2" fmla="*/ 151872 w 184486"/>
              <a:gd name="connsiteY2" fmla="*/ 21112 h 154179"/>
              <a:gd name="connsiteX3" fmla="*/ 133337 w 184486"/>
              <a:gd name="connsiteY3" fmla="*/ 40135 h 154179"/>
              <a:gd name="connsiteX4" fmla="*/ 122863 w 184486"/>
              <a:gd name="connsiteY4" fmla="*/ 50891 h 154179"/>
              <a:gd name="connsiteX5" fmla="*/ 112287 w 184486"/>
              <a:gd name="connsiteY5" fmla="*/ 62186 h 154179"/>
              <a:gd name="connsiteX6" fmla="*/ 91467 w 184486"/>
              <a:gd name="connsiteY6" fmla="*/ 84469 h 154179"/>
              <a:gd name="connsiteX7" fmla="*/ 73472 w 184486"/>
              <a:gd name="connsiteY7" fmla="*/ 104236 h 154179"/>
              <a:gd name="connsiteX8" fmla="*/ 67362 w 184486"/>
              <a:gd name="connsiteY8" fmla="*/ 111013 h 154179"/>
              <a:gd name="connsiteX9" fmla="*/ 14325 w 184486"/>
              <a:gd name="connsiteY9" fmla="*/ 61493 h 154179"/>
              <a:gd name="connsiteX10" fmla="*/ 3646 w 184486"/>
              <a:gd name="connsiteY10" fmla="*/ 60723 h 154179"/>
              <a:gd name="connsiteX11" fmla="*/ 1515 w 184486"/>
              <a:gd name="connsiteY11" fmla="*/ 72583 h 154179"/>
              <a:gd name="connsiteX12" fmla="*/ 52960 w 184486"/>
              <a:gd name="connsiteY12" fmla="*/ 146465 h 154179"/>
              <a:gd name="connsiteX13" fmla="*/ 55450 w 184486"/>
              <a:gd name="connsiteY13" fmla="*/ 149341 h 154179"/>
              <a:gd name="connsiteX14" fmla="*/ 74498 w 184486"/>
              <a:gd name="connsiteY14" fmla="*/ 152883 h 154179"/>
              <a:gd name="connsiteX15" fmla="*/ 84510 w 184486"/>
              <a:gd name="connsiteY15" fmla="*/ 145772 h 154179"/>
              <a:gd name="connsiteX16" fmla="*/ 84562 w 184486"/>
              <a:gd name="connsiteY16" fmla="*/ 145695 h 154179"/>
              <a:gd name="connsiteX17" fmla="*/ 88592 w 184486"/>
              <a:gd name="connsiteY17" fmla="*/ 139868 h 154179"/>
              <a:gd name="connsiteX18" fmla="*/ 99297 w 184486"/>
              <a:gd name="connsiteY18" fmla="*/ 124722 h 154179"/>
              <a:gd name="connsiteX19" fmla="*/ 114597 w 184486"/>
              <a:gd name="connsiteY19" fmla="*/ 103440 h 154179"/>
              <a:gd name="connsiteX20" fmla="*/ 132541 w 184486"/>
              <a:gd name="connsiteY20" fmla="*/ 79155 h 154179"/>
              <a:gd name="connsiteX21" fmla="*/ 141654 w 184486"/>
              <a:gd name="connsiteY21" fmla="*/ 66807 h 154179"/>
              <a:gd name="connsiteX22" fmla="*/ 150742 w 184486"/>
              <a:gd name="connsiteY22" fmla="*/ 55050 h 154179"/>
              <a:gd name="connsiteX23" fmla="*/ 166864 w 184486"/>
              <a:gd name="connsiteY23" fmla="*/ 34179 h 154179"/>
              <a:gd name="connsiteX24" fmla="*/ 182600 w 184486"/>
              <a:gd name="connsiteY24" fmla="*/ 13796 h 154179"/>
              <a:gd name="connsiteX25" fmla="*/ 182728 w 184486"/>
              <a:gd name="connsiteY25" fmla="*/ 13642 h 154179"/>
              <a:gd name="connsiteX26" fmla="*/ 181933 w 184486"/>
              <a:gd name="connsiteY26" fmla="*/ 2398 h 15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84486" h="154179">
                <a:moveTo>
                  <a:pt x="181933" y="2398"/>
                </a:moveTo>
                <a:cubicBezTo>
                  <a:pt x="178570" y="-862"/>
                  <a:pt x="173204" y="-785"/>
                  <a:pt x="169944" y="2552"/>
                </a:cubicBezTo>
                <a:cubicBezTo>
                  <a:pt x="169944" y="2552"/>
                  <a:pt x="162705" y="9971"/>
                  <a:pt x="151872" y="21112"/>
                </a:cubicBezTo>
                <a:cubicBezTo>
                  <a:pt x="146455" y="26683"/>
                  <a:pt x="140114" y="33178"/>
                  <a:pt x="133337" y="40135"/>
                </a:cubicBezTo>
                <a:cubicBezTo>
                  <a:pt x="129948" y="43626"/>
                  <a:pt x="126431" y="47220"/>
                  <a:pt x="122863" y="50891"/>
                </a:cubicBezTo>
                <a:cubicBezTo>
                  <a:pt x="119372" y="54613"/>
                  <a:pt x="115829" y="58413"/>
                  <a:pt x="112287" y="62186"/>
                </a:cubicBezTo>
                <a:cubicBezTo>
                  <a:pt x="105201" y="69785"/>
                  <a:pt x="98116" y="77358"/>
                  <a:pt x="91467" y="84469"/>
                </a:cubicBezTo>
                <a:cubicBezTo>
                  <a:pt x="84767" y="91529"/>
                  <a:pt x="78760" y="98460"/>
                  <a:pt x="73472" y="104236"/>
                </a:cubicBezTo>
                <a:cubicBezTo>
                  <a:pt x="71264" y="106700"/>
                  <a:pt x="69236" y="108934"/>
                  <a:pt x="67362" y="111013"/>
                </a:cubicBezTo>
                <a:lnTo>
                  <a:pt x="14325" y="61493"/>
                </a:lnTo>
                <a:cubicBezTo>
                  <a:pt x="11450" y="58823"/>
                  <a:pt x="7009" y="58387"/>
                  <a:pt x="3646" y="60723"/>
                </a:cubicBezTo>
                <a:cubicBezTo>
                  <a:pt x="-205" y="63419"/>
                  <a:pt x="-1155" y="68707"/>
                  <a:pt x="1515" y="72583"/>
                </a:cubicBezTo>
                <a:lnTo>
                  <a:pt x="52960" y="146465"/>
                </a:lnTo>
                <a:cubicBezTo>
                  <a:pt x="53653" y="147467"/>
                  <a:pt x="54526" y="148493"/>
                  <a:pt x="55450" y="149341"/>
                </a:cubicBezTo>
                <a:cubicBezTo>
                  <a:pt x="60739" y="154269"/>
                  <a:pt x="68209" y="155399"/>
                  <a:pt x="74498" y="152883"/>
                </a:cubicBezTo>
                <a:cubicBezTo>
                  <a:pt x="78426" y="151805"/>
                  <a:pt x="82020" y="149392"/>
                  <a:pt x="84510" y="145772"/>
                </a:cubicBezTo>
                <a:lnTo>
                  <a:pt x="84562" y="145695"/>
                </a:lnTo>
                <a:cubicBezTo>
                  <a:pt x="84562" y="145695"/>
                  <a:pt x="86025" y="143564"/>
                  <a:pt x="88592" y="139868"/>
                </a:cubicBezTo>
                <a:cubicBezTo>
                  <a:pt x="91159" y="136094"/>
                  <a:pt x="94856" y="130960"/>
                  <a:pt x="99297" y="124722"/>
                </a:cubicBezTo>
                <a:cubicBezTo>
                  <a:pt x="103789" y="118509"/>
                  <a:pt x="108795" y="111167"/>
                  <a:pt x="114597" y="103440"/>
                </a:cubicBezTo>
                <a:cubicBezTo>
                  <a:pt x="120322" y="95687"/>
                  <a:pt x="126431" y="87421"/>
                  <a:pt x="132541" y="79155"/>
                </a:cubicBezTo>
                <a:cubicBezTo>
                  <a:pt x="135596" y="75022"/>
                  <a:pt x="138651" y="70889"/>
                  <a:pt x="141654" y="66807"/>
                </a:cubicBezTo>
                <a:cubicBezTo>
                  <a:pt x="144735" y="62802"/>
                  <a:pt x="147790" y="58849"/>
                  <a:pt x="150742" y="55050"/>
                </a:cubicBezTo>
                <a:cubicBezTo>
                  <a:pt x="156646" y="47400"/>
                  <a:pt x="162140" y="40289"/>
                  <a:pt x="166864" y="34179"/>
                </a:cubicBezTo>
                <a:cubicBezTo>
                  <a:pt x="176311" y="21934"/>
                  <a:pt x="182600" y="13796"/>
                  <a:pt x="182600" y="13796"/>
                </a:cubicBezTo>
                <a:lnTo>
                  <a:pt x="182728" y="13642"/>
                </a:lnTo>
                <a:cubicBezTo>
                  <a:pt x="185321" y="10279"/>
                  <a:pt x="185039" y="5427"/>
                  <a:pt x="181933" y="2398"/>
                </a:cubicBezTo>
                <a:close/>
              </a:path>
            </a:pathLst>
          </a:cu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9BE1A78-5993-BCB4-12E8-0D71CFFEB85A}"/>
              </a:ext>
            </a:extLst>
          </p:cNvPr>
          <p:cNvSpPr txBox="1"/>
          <p:nvPr/>
        </p:nvSpPr>
        <p:spPr>
          <a:xfrm>
            <a:off x="5454969" y="2248082"/>
            <a:ext cx="620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준수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B2FED44-2D00-F1A4-96CF-EC8E3436E7B5}"/>
              </a:ext>
            </a:extLst>
          </p:cNvPr>
          <p:cNvSpPr txBox="1"/>
          <p:nvPr/>
        </p:nvSpPr>
        <p:spPr>
          <a:xfrm>
            <a:off x="6062864" y="2248082"/>
            <a:ext cx="652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미준수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D31CA4B1-1921-2B66-566B-E5AA57D8EBF4}"/>
              </a:ext>
            </a:extLst>
          </p:cNvPr>
          <p:cNvSpPr/>
          <p:nvPr/>
        </p:nvSpPr>
        <p:spPr>
          <a:xfrm>
            <a:off x="8895424" y="2254515"/>
            <a:ext cx="890019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0" name="그래픽 89" descr="아래쪽 캐럿 윤곽선">
            <a:extLst>
              <a:ext uri="{FF2B5EF4-FFF2-40B4-BE49-F238E27FC236}">
                <a16:creationId xmlns:a16="http://schemas.microsoft.com/office/drawing/2014/main" id="{6FAE4F32-EB66-66B6-F48A-D0DB7DF9643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42685" y="2271737"/>
            <a:ext cx="186651" cy="251137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EC899F58-79ED-5686-DDB3-EB441055F7B4}"/>
              </a:ext>
            </a:extLst>
          </p:cNvPr>
          <p:cNvSpPr txBox="1"/>
          <p:nvPr/>
        </p:nvSpPr>
        <p:spPr>
          <a:xfrm>
            <a:off x="8920476" y="2290789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기간 설정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5B7C5AA7-4819-5467-F19F-0A76359434C7}"/>
              </a:ext>
            </a:extLst>
          </p:cNvPr>
          <p:cNvSpPr/>
          <p:nvPr/>
        </p:nvSpPr>
        <p:spPr>
          <a:xfrm>
            <a:off x="9950569" y="2254515"/>
            <a:ext cx="556373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F7EB86A0-3F6C-8EEE-58CC-234594112CA1}"/>
              </a:ext>
            </a:extLst>
          </p:cNvPr>
          <p:cNvSpPr/>
          <p:nvPr/>
        </p:nvSpPr>
        <p:spPr>
          <a:xfrm>
            <a:off x="10687488" y="2254515"/>
            <a:ext cx="556373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9FE072A-9E08-EA96-ABFC-F5F4779D22D8}"/>
              </a:ext>
            </a:extLst>
          </p:cNvPr>
          <p:cNvSpPr txBox="1"/>
          <p:nvPr/>
        </p:nvSpPr>
        <p:spPr>
          <a:xfrm>
            <a:off x="10457751" y="2245875"/>
            <a:ext cx="169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~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5" name="그래픽 94" descr="일일 일정표 윤곽선">
            <a:extLst>
              <a:ext uri="{FF2B5EF4-FFF2-40B4-BE49-F238E27FC236}">
                <a16:creationId xmlns:a16="http://schemas.microsoft.com/office/drawing/2014/main" id="{45A55049-04B0-EA0B-C97D-ACE56FD3381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205203" y="2245423"/>
            <a:ext cx="279034" cy="279034"/>
          </a:xfrm>
          <a:prstGeom prst="rect">
            <a:avLst/>
          </a:prstGeom>
        </p:spPr>
      </p:pic>
      <p:pic>
        <p:nvPicPr>
          <p:cNvPr id="96" name="그래픽 95" descr="일일 일정표 윤곽선">
            <a:extLst>
              <a:ext uri="{FF2B5EF4-FFF2-40B4-BE49-F238E27FC236}">
                <a16:creationId xmlns:a16="http://schemas.microsoft.com/office/drawing/2014/main" id="{B8A01D82-BBAB-501D-A187-F5AD406E7F4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935723" y="2246317"/>
            <a:ext cx="279034" cy="279034"/>
          </a:xfrm>
          <a:prstGeom prst="rect">
            <a:avLst/>
          </a:prstGeom>
        </p:spPr>
      </p:pic>
      <p:pic>
        <p:nvPicPr>
          <p:cNvPr id="97" name="그래픽 96" descr="재생 윤곽선">
            <a:extLst>
              <a:ext uri="{FF2B5EF4-FFF2-40B4-BE49-F238E27FC236}">
                <a16:creationId xmlns:a16="http://schemas.microsoft.com/office/drawing/2014/main" id="{2B304789-1DE1-B211-23DE-AF32A62C1DF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962116" y="1591438"/>
            <a:ext cx="301730" cy="209193"/>
          </a:xfrm>
          <a:prstGeom prst="rect">
            <a:avLst/>
          </a:prstGeom>
        </p:spPr>
      </p:pic>
      <p:sp>
        <p:nvSpPr>
          <p:cNvPr id="98" name="순서도: 수행의 시작/종료 97">
            <a:extLst>
              <a:ext uri="{FF2B5EF4-FFF2-40B4-BE49-F238E27FC236}">
                <a16:creationId xmlns:a16="http://schemas.microsoft.com/office/drawing/2014/main" id="{166CC6E2-ABE0-2D34-731B-3C1BE5FCF5B0}"/>
              </a:ext>
            </a:extLst>
          </p:cNvPr>
          <p:cNvSpPr/>
          <p:nvPr/>
        </p:nvSpPr>
        <p:spPr>
          <a:xfrm>
            <a:off x="4594428" y="1596227"/>
            <a:ext cx="502967" cy="220635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9" name="순서도: 연결자 98">
            <a:extLst>
              <a:ext uri="{FF2B5EF4-FFF2-40B4-BE49-F238E27FC236}">
                <a16:creationId xmlns:a16="http://schemas.microsoft.com/office/drawing/2014/main" id="{ED37792B-B8AA-7F85-951F-EA49CF516247}"/>
              </a:ext>
            </a:extLst>
          </p:cNvPr>
          <p:cNvSpPr/>
          <p:nvPr/>
        </p:nvSpPr>
        <p:spPr>
          <a:xfrm>
            <a:off x="4888149" y="1615639"/>
            <a:ext cx="168374" cy="177774"/>
          </a:xfrm>
          <a:prstGeom prst="flowChartConnector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763F19C-91CD-2D14-9D8A-0965D84C5745}"/>
              </a:ext>
            </a:extLst>
          </p:cNvPr>
          <p:cNvSpPr txBox="1"/>
          <p:nvPr/>
        </p:nvSpPr>
        <p:spPr>
          <a:xfrm>
            <a:off x="4637083" y="1577849"/>
            <a:ext cx="2423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켬</a:t>
            </a:r>
          </a:p>
        </p:txBody>
      </p:sp>
      <p:graphicFrame>
        <p:nvGraphicFramePr>
          <p:cNvPr id="102" name="표 101">
            <a:extLst>
              <a:ext uri="{FF2B5EF4-FFF2-40B4-BE49-F238E27FC236}">
                <a16:creationId xmlns:a16="http://schemas.microsoft.com/office/drawing/2014/main" id="{4B0FEF0B-3A84-DC54-0C9C-365A1F18226E}"/>
              </a:ext>
            </a:extLst>
          </p:cNvPr>
          <p:cNvGraphicFramePr>
            <a:graphicFrameLocks noGrp="1"/>
          </p:cNvGraphicFramePr>
          <p:nvPr/>
        </p:nvGraphicFramePr>
        <p:xfrm>
          <a:off x="4300726" y="2617423"/>
          <a:ext cx="7027682" cy="23549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809">
                  <a:extLst>
                    <a:ext uri="{9D8B030D-6E8A-4147-A177-3AD203B41FA5}">
                      <a16:colId xmlns:a16="http://schemas.microsoft.com/office/drawing/2014/main" val="1843536939"/>
                    </a:ext>
                  </a:extLst>
                </a:gridCol>
                <a:gridCol w="703301">
                  <a:extLst>
                    <a:ext uri="{9D8B030D-6E8A-4147-A177-3AD203B41FA5}">
                      <a16:colId xmlns:a16="http://schemas.microsoft.com/office/drawing/2014/main" val="2649317907"/>
                    </a:ext>
                  </a:extLst>
                </a:gridCol>
                <a:gridCol w="696462">
                  <a:extLst>
                    <a:ext uri="{9D8B030D-6E8A-4147-A177-3AD203B41FA5}">
                      <a16:colId xmlns:a16="http://schemas.microsoft.com/office/drawing/2014/main" val="2581910991"/>
                    </a:ext>
                  </a:extLst>
                </a:gridCol>
                <a:gridCol w="1029022">
                  <a:extLst>
                    <a:ext uri="{9D8B030D-6E8A-4147-A177-3AD203B41FA5}">
                      <a16:colId xmlns:a16="http://schemas.microsoft.com/office/drawing/2014/main" val="4031689266"/>
                    </a:ext>
                  </a:extLst>
                </a:gridCol>
                <a:gridCol w="816679">
                  <a:extLst>
                    <a:ext uri="{9D8B030D-6E8A-4147-A177-3AD203B41FA5}">
                      <a16:colId xmlns:a16="http://schemas.microsoft.com/office/drawing/2014/main" val="1276473420"/>
                    </a:ext>
                  </a:extLst>
                </a:gridCol>
                <a:gridCol w="1241365">
                  <a:extLst>
                    <a:ext uri="{9D8B030D-6E8A-4147-A177-3AD203B41FA5}">
                      <a16:colId xmlns:a16="http://schemas.microsoft.com/office/drawing/2014/main" val="2304577066"/>
                    </a:ext>
                  </a:extLst>
                </a:gridCol>
                <a:gridCol w="1029022">
                  <a:extLst>
                    <a:ext uri="{9D8B030D-6E8A-4147-A177-3AD203B41FA5}">
                      <a16:colId xmlns:a16="http://schemas.microsoft.com/office/drawing/2014/main" val="1565158869"/>
                    </a:ext>
                  </a:extLst>
                </a:gridCol>
                <a:gridCol w="1029022">
                  <a:extLst>
                    <a:ext uri="{9D8B030D-6E8A-4147-A177-3AD203B41FA5}">
                      <a16:colId xmlns:a16="http://schemas.microsoft.com/office/drawing/2014/main" val="2819915088"/>
                    </a:ext>
                  </a:extLst>
                </a:gridCol>
              </a:tblGrid>
              <a:tr h="344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팀원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업무지시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항목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이행여부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이행근거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준수여부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미준수 원인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업무요소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피드백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350733"/>
                  </a:ext>
                </a:extLst>
              </a:tr>
              <a:tr h="50255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습득물 스티커</a:t>
                      </a:r>
                      <a:endParaRPr lang="en-US" altLang="ko-KR" sz="8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습득장소 기재부재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업무처리 충실도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1328787"/>
                  </a:ext>
                </a:extLst>
              </a:tr>
              <a:tr h="50255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도어데스크</a:t>
                      </a:r>
                      <a:endParaRPr lang="en-US" altLang="ko-KR" sz="8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상품지식 출력물</a:t>
                      </a:r>
                      <a:endParaRPr lang="en-US" altLang="ko-KR" sz="8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비치 부재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업무처리 숙련도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578289"/>
                  </a:ext>
                </a:extLst>
              </a:tr>
              <a:tr h="5025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배게 얼룩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업무처리 정확성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101593"/>
                  </a:ext>
                </a:extLst>
              </a:tr>
              <a:tr h="5025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업무처리 정확성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0206376"/>
                  </a:ext>
                </a:extLst>
              </a:tr>
            </a:tbl>
          </a:graphicData>
        </a:graphic>
      </p:graphicFrame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FCF320B0-F83C-8326-F27B-DE4B939ECB61}"/>
              </a:ext>
            </a:extLst>
          </p:cNvPr>
          <p:cNvGrpSpPr/>
          <p:nvPr/>
        </p:nvGrpSpPr>
        <p:grpSpPr>
          <a:xfrm>
            <a:off x="4384673" y="3055292"/>
            <a:ext cx="347836" cy="259506"/>
            <a:chOff x="2475305" y="2790893"/>
            <a:chExt cx="457200" cy="457200"/>
          </a:xfrm>
        </p:grpSpPr>
        <p:sp>
          <p:nvSpPr>
            <p:cNvPr id="104" name="순서도: 연결자 103">
              <a:extLst>
                <a:ext uri="{FF2B5EF4-FFF2-40B4-BE49-F238E27FC236}">
                  <a16:creationId xmlns:a16="http://schemas.microsoft.com/office/drawing/2014/main" id="{6BC0FF22-6CDB-2ADF-56BD-39954A021A7A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05" name="그래픽 104" descr="남자 옆모습 윤곽선">
              <a:extLst>
                <a:ext uri="{FF2B5EF4-FFF2-40B4-BE49-F238E27FC236}">
                  <a16:creationId xmlns:a16="http://schemas.microsoft.com/office/drawing/2014/main" id="{C37542CC-5262-206F-427D-574CB6A4D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E68E5D17-2536-F769-4339-261E98DCC643}"/>
              </a:ext>
            </a:extLst>
          </p:cNvPr>
          <p:cNvGrpSpPr/>
          <p:nvPr/>
        </p:nvGrpSpPr>
        <p:grpSpPr>
          <a:xfrm>
            <a:off x="4384673" y="3575178"/>
            <a:ext cx="347836" cy="259506"/>
            <a:chOff x="2475305" y="2790893"/>
            <a:chExt cx="457200" cy="457200"/>
          </a:xfrm>
        </p:grpSpPr>
        <p:sp>
          <p:nvSpPr>
            <p:cNvPr id="107" name="순서도: 연결자 106">
              <a:extLst>
                <a:ext uri="{FF2B5EF4-FFF2-40B4-BE49-F238E27FC236}">
                  <a16:creationId xmlns:a16="http://schemas.microsoft.com/office/drawing/2014/main" id="{EF7DBA70-51F7-DA0B-3D74-AAE9652F05CE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08" name="그래픽 107" descr="남자 옆모습 윤곽선">
              <a:extLst>
                <a:ext uri="{FF2B5EF4-FFF2-40B4-BE49-F238E27FC236}">
                  <a16:creationId xmlns:a16="http://schemas.microsoft.com/office/drawing/2014/main" id="{D729A265-0CEB-08BF-2DCC-1B478334E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F78F8AB8-A070-DC1E-6D2A-5728D19AE749}"/>
              </a:ext>
            </a:extLst>
          </p:cNvPr>
          <p:cNvGrpSpPr/>
          <p:nvPr/>
        </p:nvGrpSpPr>
        <p:grpSpPr>
          <a:xfrm>
            <a:off x="4384673" y="4075290"/>
            <a:ext cx="347836" cy="259506"/>
            <a:chOff x="2475305" y="2790893"/>
            <a:chExt cx="457200" cy="457200"/>
          </a:xfrm>
        </p:grpSpPr>
        <p:sp>
          <p:nvSpPr>
            <p:cNvPr id="110" name="순서도: 연결자 109">
              <a:extLst>
                <a:ext uri="{FF2B5EF4-FFF2-40B4-BE49-F238E27FC236}">
                  <a16:creationId xmlns:a16="http://schemas.microsoft.com/office/drawing/2014/main" id="{B202ED13-19D7-9ED5-0E15-89E7008C5A7B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1" name="그래픽 110" descr="남자 옆모습 윤곽선">
              <a:extLst>
                <a:ext uri="{FF2B5EF4-FFF2-40B4-BE49-F238E27FC236}">
                  <a16:creationId xmlns:a16="http://schemas.microsoft.com/office/drawing/2014/main" id="{65064A5B-C087-A2FF-4937-6899D1D7B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78C2C1D4-31A7-ACC6-FE78-95ECA87004D5}"/>
              </a:ext>
            </a:extLst>
          </p:cNvPr>
          <p:cNvGrpSpPr/>
          <p:nvPr/>
        </p:nvGrpSpPr>
        <p:grpSpPr>
          <a:xfrm>
            <a:off x="4384673" y="4575888"/>
            <a:ext cx="347836" cy="259506"/>
            <a:chOff x="2475305" y="2790893"/>
            <a:chExt cx="457200" cy="457200"/>
          </a:xfrm>
        </p:grpSpPr>
        <p:sp>
          <p:nvSpPr>
            <p:cNvPr id="113" name="순서도: 연결자 112">
              <a:extLst>
                <a:ext uri="{FF2B5EF4-FFF2-40B4-BE49-F238E27FC236}">
                  <a16:creationId xmlns:a16="http://schemas.microsoft.com/office/drawing/2014/main" id="{7400D163-65DC-A192-5548-6B47E4733174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4" name="그래픽 113" descr="남자 옆모습 윤곽선">
              <a:extLst>
                <a:ext uri="{FF2B5EF4-FFF2-40B4-BE49-F238E27FC236}">
                  <a16:creationId xmlns:a16="http://schemas.microsoft.com/office/drawing/2014/main" id="{8F10E035-A11C-F9DF-5AC5-DDF52E0BD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sp>
        <p:nvSpPr>
          <p:cNvPr id="115" name="순서도: 수행의 시작/종료 114">
            <a:extLst>
              <a:ext uri="{FF2B5EF4-FFF2-40B4-BE49-F238E27FC236}">
                <a16:creationId xmlns:a16="http://schemas.microsoft.com/office/drawing/2014/main" id="{A0288FFF-A7FC-B1AD-AF5C-9ECED093F644}"/>
              </a:ext>
            </a:extLst>
          </p:cNvPr>
          <p:cNvSpPr/>
          <p:nvPr/>
        </p:nvSpPr>
        <p:spPr>
          <a:xfrm>
            <a:off x="5551480" y="3088380"/>
            <a:ext cx="568915" cy="259505"/>
          </a:xfrm>
          <a:prstGeom prst="flowChartTerminator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이행</a:t>
            </a:r>
          </a:p>
        </p:txBody>
      </p:sp>
      <p:sp>
        <p:nvSpPr>
          <p:cNvPr id="116" name="순서도: 수행의 시작/종료 115">
            <a:extLst>
              <a:ext uri="{FF2B5EF4-FFF2-40B4-BE49-F238E27FC236}">
                <a16:creationId xmlns:a16="http://schemas.microsoft.com/office/drawing/2014/main" id="{716834E3-CCC1-D070-7715-28DB0F22641C}"/>
              </a:ext>
            </a:extLst>
          </p:cNvPr>
          <p:cNvSpPr/>
          <p:nvPr/>
        </p:nvSpPr>
        <p:spPr>
          <a:xfrm>
            <a:off x="5551480" y="3576218"/>
            <a:ext cx="568915" cy="259505"/>
          </a:xfrm>
          <a:prstGeom prst="flowChartTerminator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이행</a:t>
            </a:r>
          </a:p>
        </p:txBody>
      </p:sp>
      <p:sp>
        <p:nvSpPr>
          <p:cNvPr id="117" name="순서도: 수행의 시작/종료 116">
            <a:extLst>
              <a:ext uri="{FF2B5EF4-FFF2-40B4-BE49-F238E27FC236}">
                <a16:creationId xmlns:a16="http://schemas.microsoft.com/office/drawing/2014/main" id="{EEB42492-6CA1-98B9-4605-0EA3B7D5DD95}"/>
              </a:ext>
            </a:extLst>
          </p:cNvPr>
          <p:cNvSpPr/>
          <p:nvPr/>
        </p:nvSpPr>
        <p:spPr>
          <a:xfrm>
            <a:off x="5551480" y="4094853"/>
            <a:ext cx="568915" cy="259505"/>
          </a:xfrm>
          <a:prstGeom prst="flowChartTerminator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이행</a:t>
            </a:r>
          </a:p>
        </p:txBody>
      </p:sp>
      <p:sp>
        <p:nvSpPr>
          <p:cNvPr id="118" name="순서도: 수행의 시작/종료 117">
            <a:extLst>
              <a:ext uri="{FF2B5EF4-FFF2-40B4-BE49-F238E27FC236}">
                <a16:creationId xmlns:a16="http://schemas.microsoft.com/office/drawing/2014/main" id="{F7A3D8B3-FCF2-0729-0356-C91CCCC159F7}"/>
              </a:ext>
            </a:extLst>
          </p:cNvPr>
          <p:cNvSpPr/>
          <p:nvPr/>
        </p:nvSpPr>
        <p:spPr>
          <a:xfrm>
            <a:off x="5551480" y="4574918"/>
            <a:ext cx="568915" cy="259505"/>
          </a:xfrm>
          <a:prstGeom prst="flowChartTerminator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이행</a:t>
            </a:r>
          </a:p>
        </p:txBody>
      </p:sp>
      <p:pic>
        <p:nvPicPr>
          <p:cNvPr id="119" name="그림 118" descr="텍스트, 스크린샷, 메뉴, 음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98A050-B937-9C30-2A85-054E59C2582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28" t="35083" r="46701" b="53224"/>
          <a:stretch>
            <a:fillRect/>
          </a:stretch>
        </p:blipFill>
        <p:spPr>
          <a:xfrm>
            <a:off x="6218823" y="4001533"/>
            <a:ext cx="939616" cy="414219"/>
          </a:xfrm>
          <a:prstGeom prst="rect">
            <a:avLst/>
          </a:prstGeom>
        </p:spPr>
      </p:pic>
      <p:sp>
        <p:nvSpPr>
          <p:cNvPr id="120" name="순서도: 수행의 시작/종료 119">
            <a:extLst>
              <a:ext uri="{FF2B5EF4-FFF2-40B4-BE49-F238E27FC236}">
                <a16:creationId xmlns:a16="http://schemas.microsoft.com/office/drawing/2014/main" id="{89331FB4-C4B8-57B3-CEF7-2A60B15E2B04}"/>
              </a:ext>
            </a:extLst>
          </p:cNvPr>
          <p:cNvSpPr/>
          <p:nvPr/>
        </p:nvSpPr>
        <p:spPr>
          <a:xfrm>
            <a:off x="7354133" y="4097442"/>
            <a:ext cx="556142" cy="259505"/>
          </a:xfrm>
          <a:prstGeom prst="flowChartTermina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미준수</a:t>
            </a:r>
          </a:p>
        </p:txBody>
      </p:sp>
      <p:sp>
        <p:nvSpPr>
          <p:cNvPr id="121" name="순서도: 수행의 시작/종료 120">
            <a:extLst>
              <a:ext uri="{FF2B5EF4-FFF2-40B4-BE49-F238E27FC236}">
                <a16:creationId xmlns:a16="http://schemas.microsoft.com/office/drawing/2014/main" id="{E1824D15-9010-B890-D968-B469596DE15C}"/>
              </a:ext>
            </a:extLst>
          </p:cNvPr>
          <p:cNvSpPr/>
          <p:nvPr/>
        </p:nvSpPr>
        <p:spPr>
          <a:xfrm>
            <a:off x="10509667" y="4117865"/>
            <a:ext cx="574144" cy="213479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작성</a:t>
            </a:r>
          </a:p>
        </p:txBody>
      </p:sp>
      <p:sp>
        <p:nvSpPr>
          <p:cNvPr id="122" name="순서도: 수행의 시작/종료 121">
            <a:extLst>
              <a:ext uri="{FF2B5EF4-FFF2-40B4-BE49-F238E27FC236}">
                <a16:creationId xmlns:a16="http://schemas.microsoft.com/office/drawing/2014/main" id="{70A3A5F6-92F8-FE49-710B-FB78160B7D7D}"/>
              </a:ext>
            </a:extLst>
          </p:cNvPr>
          <p:cNvSpPr/>
          <p:nvPr/>
        </p:nvSpPr>
        <p:spPr>
          <a:xfrm>
            <a:off x="10513622" y="3619201"/>
            <a:ext cx="574144" cy="213479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작성</a:t>
            </a:r>
          </a:p>
        </p:txBody>
      </p:sp>
      <p:sp>
        <p:nvSpPr>
          <p:cNvPr id="123" name="순서도: 수행의 시작/종료 122">
            <a:extLst>
              <a:ext uri="{FF2B5EF4-FFF2-40B4-BE49-F238E27FC236}">
                <a16:creationId xmlns:a16="http://schemas.microsoft.com/office/drawing/2014/main" id="{755BA842-FFEB-3F02-6A77-0BF4F32B7672}"/>
              </a:ext>
            </a:extLst>
          </p:cNvPr>
          <p:cNvSpPr/>
          <p:nvPr/>
        </p:nvSpPr>
        <p:spPr>
          <a:xfrm>
            <a:off x="10517577" y="3120537"/>
            <a:ext cx="574144" cy="213479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작성</a:t>
            </a:r>
          </a:p>
        </p:txBody>
      </p:sp>
      <p:pic>
        <p:nvPicPr>
          <p:cNvPr id="2" name="그림 1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B1F748E2-56F6-FEC2-5098-ACF3E29DCE04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3" t="12901" r="3700" b="59872"/>
          <a:stretch/>
        </p:blipFill>
        <p:spPr>
          <a:xfrm>
            <a:off x="6234960" y="3007157"/>
            <a:ext cx="923479" cy="409318"/>
          </a:xfrm>
          <a:prstGeom prst="rect">
            <a:avLst/>
          </a:prstGeom>
        </p:spPr>
      </p:pic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0DB64B3D-7F74-C868-BB0D-A219B9A0544B}"/>
              </a:ext>
            </a:extLst>
          </p:cNvPr>
          <p:cNvSpPr/>
          <p:nvPr/>
        </p:nvSpPr>
        <p:spPr>
          <a:xfrm>
            <a:off x="7354133" y="3077417"/>
            <a:ext cx="556142" cy="259505"/>
          </a:xfrm>
          <a:prstGeom prst="flowChartTermina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미준수</a:t>
            </a:r>
          </a:p>
        </p:txBody>
      </p:sp>
      <p:sp>
        <p:nvSpPr>
          <p:cNvPr id="9" name="순서도: 수행의 시작/종료 8">
            <a:extLst>
              <a:ext uri="{FF2B5EF4-FFF2-40B4-BE49-F238E27FC236}">
                <a16:creationId xmlns:a16="http://schemas.microsoft.com/office/drawing/2014/main" id="{9876B941-0EEC-2B7E-E97B-4A308F4F20BC}"/>
              </a:ext>
            </a:extLst>
          </p:cNvPr>
          <p:cNvSpPr/>
          <p:nvPr/>
        </p:nvSpPr>
        <p:spPr>
          <a:xfrm>
            <a:off x="7353969" y="3600173"/>
            <a:ext cx="556142" cy="259505"/>
          </a:xfrm>
          <a:prstGeom prst="flowChartTermina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미준수</a:t>
            </a:r>
          </a:p>
        </p:txBody>
      </p:sp>
      <p:pic>
        <p:nvPicPr>
          <p:cNvPr id="12" name="그림 11" descr="가전용품, 주방가전, 텍스트, 가전이(가) 표시된 사진&#10;&#10;자동 생성된 설명">
            <a:extLst>
              <a:ext uri="{FF2B5EF4-FFF2-40B4-BE49-F238E27FC236}">
                <a16:creationId xmlns:a16="http://schemas.microsoft.com/office/drawing/2014/main" id="{92897CD7-70ED-7DBA-B116-383C75DF2858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9" t="24938" r="4260" b="49357"/>
          <a:stretch/>
        </p:blipFill>
        <p:spPr>
          <a:xfrm>
            <a:off x="6239317" y="4488831"/>
            <a:ext cx="912859" cy="449677"/>
          </a:xfrm>
          <a:prstGeom prst="rect">
            <a:avLst/>
          </a:prstGeom>
        </p:spPr>
      </p:pic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D668C0FC-74DC-7760-2CE9-0D6C8919F5FA}"/>
              </a:ext>
            </a:extLst>
          </p:cNvPr>
          <p:cNvSpPr/>
          <p:nvPr/>
        </p:nvSpPr>
        <p:spPr>
          <a:xfrm>
            <a:off x="7353969" y="4584487"/>
            <a:ext cx="556142" cy="257942"/>
          </a:xfrm>
          <a:prstGeom prst="flowChartTerminator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준수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D2FE982-CE25-00DF-3BE2-97F1089180DE}"/>
              </a:ext>
            </a:extLst>
          </p:cNvPr>
          <p:cNvSpPr/>
          <p:nvPr/>
        </p:nvSpPr>
        <p:spPr>
          <a:xfrm>
            <a:off x="8465255" y="5070828"/>
            <a:ext cx="2611677" cy="13465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1C514-ECF2-0CE6-8B2E-7E3EBEB0AB26}"/>
              </a:ext>
            </a:extLst>
          </p:cNvPr>
          <p:cNvSpPr txBox="1"/>
          <p:nvPr/>
        </p:nvSpPr>
        <p:spPr>
          <a:xfrm>
            <a:off x="8545567" y="5725154"/>
            <a:ext cx="2810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습득물 스티커에 습득장소 기재가 누락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되어 있습니다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고객이 분실물 문의 시 찾는데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시간이 오래 걸리는 원인이 됩니다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8" name="그림 17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41A0C301-3D07-E085-7C7C-153000E0B0EC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3" t="12901" r="3700" b="59872"/>
          <a:stretch/>
        </p:blipFill>
        <p:spPr>
          <a:xfrm>
            <a:off x="8650521" y="5188963"/>
            <a:ext cx="750077" cy="50718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F495D73-B497-9F49-5983-F0D70D6B6362}"/>
              </a:ext>
            </a:extLst>
          </p:cNvPr>
          <p:cNvSpPr txBox="1"/>
          <p:nvPr/>
        </p:nvSpPr>
        <p:spPr>
          <a:xfrm>
            <a:off x="9444401" y="5220150"/>
            <a:ext cx="223819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미준수 피드백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습득장소 기재 부재</a:t>
            </a:r>
          </a:p>
        </p:txBody>
      </p:sp>
      <p:sp>
        <p:nvSpPr>
          <p:cNvPr id="21" name="순서도: 수행의 시작/종료 20">
            <a:extLst>
              <a:ext uri="{FF2B5EF4-FFF2-40B4-BE49-F238E27FC236}">
                <a16:creationId xmlns:a16="http://schemas.microsoft.com/office/drawing/2014/main" id="{C6181BC5-DE60-7C54-38E6-18DA2B8A1618}"/>
              </a:ext>
            </a:extLst>
          </p:cNvPr>
          <p:cNvSpPr/>
          <p:nvPr/>
        </p:nvSpPr>
        <p:spPr>
          <a:xfrm>
            <a:off x="10375589" y="6100196"/>
            <a:ext cx="574144" cy="213479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보내기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C6CE05F-7972-4019-98CD-76F28AE80AEA}"/>
              </a:ext>
            </a:extLst>
          </p:cNvPr>
          <p:cNvSpPr/>
          <p:nvPr/>
        </p:nvSpPr>
        <p:spPr>
          <a:xfrm>
            <a:off x="5884386" y="5075192"/>
            <a:ext cx="2216510" cy="13741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Picture 3" descr="E:\WHY&amp;HOW\직무매뉴얼 최종작업용\매뉴얼 사진\엠블 고양 최종\엠블\최종\컨시어지\06현관 주변 _ Door Desk 관리\도어데스크 (2).JPG">
            <a:extLst>
              <a:ext uri="{FF2B5EF4-FFF2-40B4-BE49-F238E27FC236}">
                <a16:creationId xmlns:a16="http://schemas.microsoft.com/office/drawing/2014/main" id="{1A9077C6-BBA4-58D5-AF6D-DF209E21A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355" y="3507471"/>
            <a:ext cx="923479" cy="420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17AABC-7B50-D693-2E45-42E8E990175B}"/>
              </a:ext>
            </a:extLst>
          </p:cNvPr>
          <p:cNvSpPr txBox="1"/>
          <p:nvPr/>
        </p:nvSpPr>
        <p:spPr>
          <a:xfrm>
            <a:off x="5895398" y="5100683"/>
            <a:ext cx="18054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일 미준수 현황</a:t>
            </a:r>
          </a:p>
        </p:txBody>
      </p:sp>
      <p:sp>
        <p:nvSpPr>
          <p:cNvPr id="132" name="순서도: 연결자 131">
            <a:extLst>
              <a:ext uri="{FF2B5EF4-FFF2-40B4-BE49-F238E27FC236}">
                <a16:creationId xmlns:a16="http://schemas.microsoft.com/office/drawing/2014/main" id="{E02AC78A-5983-A971-C3A5-FB96B5CC3F2D}"/>
              </a:ext>
            </a:extLst>
          </p:cNvPr>
          <p:cNvSpPr/>
          <p:nvPr/>
        </p:nvSpPr>
        <p:spPr>
          <a:xfrm>
            <a:off x="6069771" y="5722028"/>
            <a:ext cx="285289" cy="301680"/>
          </a:xfrm>
          <a:prstGeom prst="flowChartConnector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</a:t>
            </a:r>
          </a:p>
        </p:txBody>
      </p:sp>
      <p:sp>
        <p:nvSpPr>
          <p:cNvPr id="133" name="순서도: 연결자 132">
            <a:extLst>
              <a:ext uri="{FF2B5EF4-FFF2-40B4-BE49-F238E27FC236}">
                <a16:creationId xmlns:a16="http://schemas.microsoft.com/office/drawing/2014/main" id="{34CE1DE0-46A1-4831-0CD6-F518CD6A9F7D}"/>
              </a:ext>
            </a:extLst>
          </p:cNvPr>
          <p:cNvSpPr/>
          <p:nvPr/>
        </p:nvSpPr>
        <p:spPr>
          <a:xfrm>
            <a:off x="6069677" y="6078280"/>
            <a:ext cx="285289" cy="301680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</a:t>
            </a:r>
          </a:p>
        </p:txBody>
      </p:sp>
      <p:sp>
        <p:nvSpPr>
          <p:cNvPr id="134" name="순서도: 연결자 133">
            <a:extLst>
              <a:ext uri="{FF2B5EF4-FFF2-40B4-BE49-F238E27FC236}">
                <a16:creationId xmlns:a16="http://schemas.microsoft.com/office/drawing/2014/main" id="{4A035325-2280-2BE2-331D-21D8E912E989}"/>
              </a:ext>
            </a:extLst>
          </p:cNvPr>
          <p:cNvSpPr/>
          <p:nvPr/>
        </p:nvSpPr>
        <p:spPr>
          <a:xfrm>
            <a:off x="6069771" y="5375709"/>
            <a:ext cx="285289" cy="301680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박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E3F0031-43ED-E16F-A26A-36E3D9038DD3}"/>
              </a:ext>
            </a:extLst>
          </p:cNvPr>
          <p:cNvSpPr txBox="1"/>
          <p:nvPr/>
        </p:nvSpPr>
        <p:spPr>
          <a:xfrm>
            <a:off x="6343095" y="5360883"/>
            <a:ext cx="2046102" cy="303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프론트     미준수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2ECAFCD-31D0-817E-9302-4F6C4FACAC49}"/>
              </a:ext>
            </a:extLst>
          </p:cNvPr>
          <p:cNvSpPr txBox="1"/>
          <p:nvPr/>
        </p:nvSpPr>
        <p:spPr>
          <a:xfrm>
            <a:off x="6341522" y="5696171"/>
            <a:ext cx="2046102" cy="303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컨시어즈  미준수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FA5FDA5-C713-C396-2844-3B880EDF7382}"/>
              </a:ext>
            </a:extLst>
          </p:cNvPr>
          <p:cNvSpPr txBox="1"/>
          <p:nvPr/>
        </p:nvSpPr>
        <p:spPr>
          <a:xfrm>
            <a:off x="6345397" y="6051075"/>
            <a:ext cx="2046102" cy="303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인스펙터  미준수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8" name="그래픽 137" descr="아래쪽 캐럿 윤곽선">
            <a:extLst>
              <a:ext uri="{FF2B5EF4-FFF2-40B4-BE49-F238E27FC236}">
                <a16:creationId xmlns:a16="http://schemas.microsoft.com/office/drawing/2014/main" id="{7E28BC30-0D12-C781-65BB-2F4412095B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34417" y="5089031"/>
            <a:ext cx="243591" cy="2787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4CC628-A35D-4755-4871-5B7D1C5DA81F}"/>
              </a:ext>
            </a:extLst>
          </p:cNvPr>
          <p:cNvSpPr txBox="1"/>
          <p:nvPr/>
        </p:nvSpPr>
        <p:spPr>
          <a:xfrm>
            <a:off x="4662135" y="2251012"/>
            <a:ext cx="7400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전체선택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96D8B8-FD33-5AC1-1570-0BF5C5C47C6B}"/>
              </a:ext>
            </a:extLst>
          </p:cNvPr>
          <p:cNvSpPr txBox="1"/>
          <p:nvPr/>
        </p:nvSpPr>
        <p:spPr>
          <a:xfrm>
            <a:off x="10664373" y="4930527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CECD34-E7CB-18AD-5C45-6AE7DA2449CB}"/>
              </a:ext>
            </a:extLst>
          </p:cNvPr>
          <p:cNvSpPr txBox="1"/>
          <p:nvPr/>
        </p:nvSpPr>
        <p:spPr>
          <a:xfrm>
            <a:off x="530005" y="2659674"/>
            <a:ext cx="1088953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업무수행 검증 보드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보관함</a:t>
            </a:r>
          </a:p>
        </p:txBody>
      </p:sp>
      <p:sp>
        <p:nvSpPr>
          <p:cNvPr id="22" name="순서도: 수행의 시작/종료 21">
            <a:extLst>
              <a:ext uri="{FF2B5EF4-FFF2-40B4-BE49-F238E27FC236}">
                <a16:creationId xmlns:a16="http://schemas.microsoft.com/office/drawing/2014/main" id="{52B1CB59-C037-0399-66EC-E2F91104B59A}"/>
              </a:ext>
            </a:extLst>
          </p:cNvPr>
          <p:cNvSpPr/>
          <p:nvPr/>
        </p:nvSpPr>
        <p:spPr>
          <a:xfrm>
            <a:off x="6710846" y="2237434"/>
            <a:ext cx="882659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결과보기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600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CDEA356-6824-3E03-89C4-04F5DC012EE8}"/>
              </a:ext>
            </a:extLst>
          </p:cNvPr>
          <p:cNvSpPr/>
          <p:nvPr/>
        </p:nvSpPr>
        <p:spPr>
          <a:xfrm>
            <a:off x="462391" y="1048695"/>
            <a:ext cx="11330677" cy="56746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4E21F-63D5-18DC-C2A3-6483B571C611}"/>
              </a:ext>
            </a:extLst>
          </p:cNvPr>
          <p:cNvSpPr txBox="1"/>
          <p:nvPr/>
        </p:nvSpPr>
        <p:spPr>
          <a:xfrm>
            <a:off x="362252" y="1153987"/>
            <a:ext cx="1278675" cy="39288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ctr" defTabSz="9127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CS MAC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2CF6524-C3DE-36CD-DFD7-0643AA65C7F2}"/>
              </a:ext>
            </a:extLst>
          </p:cNvPr>
          <p:cNvGrpSpPr/>
          <p:nvPr/>
        </p:nvGrpSpPr>
        <p:grpSpPr>
          <a:xfrm>
            <a:off x="580149" y="1711781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2540AE75-8E6B-4961-0D5C-1897170120BA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2" name="그래픽 11" descr="아래쪽 캐럿 윤곽선">
              <a:extLst>
                <a:ext uri="{FF2B5EF4-FFF2-40B4-BE49-F238E27FC236}">
                  <a16:creationId xmlns:a16="http://schemas.microsoft.com/office/drawing/2014/main" id="{3DEA2BFC-8E6F-6D1D-6153-9C4C489F3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17A0898-EC06-5124-0194-BDA3BC2C04C8}"/>
              </a:ext>
            </a:extLst>
          </p:cNvPr>
          <p:cNvSpPr txBox="1"/>
          <p:nvPr/>
        </p:nvSpPr>
        <p:spPr>
          <a:xfrm>
            <a:off x="445895" y="2211252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Check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92ECBCCC-E732-D883-FE91-F06223BD08F8}"/>
              </a:ext>
            </a:extLst>
          </p:cNvPr>
          <p:cNvSpPr/>
          <p:nvPr/>
        </p:nvSpPr>
        <p:spPr>
          <a:xfrm>
            <a:off x="661568" y="2296692"/>
            <a:ext cx="94220" cy="103181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B41B8A-183E-EB57-126E-8AAC9129D060}"/>
              </a:ext>
            </a:extLst>
          </p:cNvPr>
          <p:cNvSpPr txBox="1"/>
          <p:nvPr/>
        </p:nvSpPr>
        <p:spPr>
          <a:xfrm>
            <a:off x="311578" y="1739951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PDCA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29A3C62-F0A8-CD61-2E29-9049C3475A58}"/>
              </a:ext>
            </a:extLst>
          </p:cNvPr>
          <p:cNvSpPr/>
          <p:nvPr/>
        </p:nvSpPr>
        <p:spPr>
          <a:xfrm>
            <a:off x="1055505" y="-396746"/>
            <a:ext cx="10590877" cy="1501451"/>
          </a:xfrm>
          <a:prstGeom prst="rect">
            <a:avLst/>
          </a:prstGeom>
          <a:solidFill>
            <a:schemeClr val="bg1">
              <a:lumMod val="95000"/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935" tIns="35935" rIns="35935" bIns="35935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Check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업무수행 상태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검증 이력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통합관리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할 수 있어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실행근거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확보 할 수 있다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40A5A82-4F2A-AB0D-903F-88EF7C814171}"/>
              </a:ext>
            </a:extLst>
          </p:cNvPr>
          <p:cNvCxnSpPr>
            <a:cxnSpLocks/>
          </p:cNvCxnSpPr>
          <p:nvPr/>
        </p:nvCxnSpPr>
        <p:spPr>
          <a:xfrm>
            <a:off x="1690828" y="1343897"/>
            <a:ext cx="0" cy="5053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C01AC38-9738-FA9C-C313-B6C0502A7D31}"/>
              </a:ext>
            </a:extLst>
          </p:cNvPr>
          <p:cNvGrpSpPr/>
          <p:nvPr/>
        </p:nvGrpSpPr>
        <p:grpSpPr>
          <a:xfrm>
            <a:off x="580149" y="2199913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66EB3DB8-687F-FC5A-6741-8EE15500EAB2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0" name="그래픽 19" descr="아래쪽 캐럿 윤곽선">
              <a:extLst>
                <a:ext uri="{FF2B5EF4-FFF2-40B4-BE49-F238E27FC236}">
                  <a16:creationId xmlns:a16="http://schemas.microsoft.com/office/drawing/2014/main" id="{62C777FF-D747-E842-E34F-61BA2BE97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4FDF92F-ABF1-C6A3-0C2C-A7D0BC7EB46B}"/>
              </a:ext>
            </a:extLst>
          </p:cNvPr>
          <p:cNvSpPr txBox="1"/>
          <p:nvPr/>
        </p:nvSpPr>
        <p:spPr>
          <a:xfrm>
            <a:off x="450315" y="2205480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Check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순서도: 연결자 21">
            <a:extLst>
              <a:ext uri="{FF2B5EF4-FFF2-40B4-BE49-F238E27FC236}">
                <a16:creationId xmlns:a16="http://schemas.microsoft.com/office/drawing/2014/main" id="{C3A513CE-2E1F-B2E4-2A82-C7A078EC3727}"/>
              </a:ext>
            </a:extLst>
          </p:cNvPr>
          <p:cNvSpPr/>
          <p:nvPr/>
        </p:nvSpPr>
        <p:spPr>
          <a:xfrm>
            <a:off x="665988" y="2290920"/>
            <a:ext cx="94220" cy="103181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81D9EF-ED23-C75A-ED4A-4D83A027F73F}"/>
              </a:ext>
            </a:extLst>
          </p:cNvPr>
          <p:cNvSpPr txBox="1"/>
          <p:nvPr/>
        </p:nvSpPr>
        <p:spPr>
          <a:xfrm>
            <a:off x="530005" y="2665937"/>
            <a:ext cx="1088953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업무수행 검증 보드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보관함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78909C70-4983-9F0E-D32D-4D7E2200F814}"/>
              </a:ext>
            </a:extLst>
          </p:cNvPr>
          <p:cNvGraphicFramePr>
            <a:graphicFrameLocks noGrp="1"/>
          </p:cNvGraphicFramePr>
          <p:nvPr/>
        </p:nvGraphicFramePr>
        <p:xfrm>
          <a:off x="1965424" y="2344831"/>
          <a:ext cx="9362987" cy="28574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8238">
                  <a:extLst>
                    <a:ext uri="{9D8B030D-6E8A-4147-A177-3AD203B41FA5}">
                      <a16:colId xmlns:a16="http://schemas.microsoft.com/office/drawing/2014/main" val="184353693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2340482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8631681"/>
                    </a:ext>
                  </a:extLst>
                </a:gridCol>
                <a:gridCol w="771728">
                  <a:extLst>
                    <a:ext uri="{9D8B030D-6E8A-4147-A177-3AD203B41FA5}">
                      <a16:colId xmlns:a16="http://schemas.microsoft.com/office/drawing/2014/main" val="2581910991"/>
                    </a:ext>
                  </a:extLst>
                </a:gridCol>
                <a:gridCol w="771728">
                  <a:extLst>
                    <a:ext uri="{9D8B030D-6E8A-4147-A177-3AD203B41FA5}">
                      <a16:colId xmlns:a16="http://schemas.microsoft.com/office/drawing/2014/main" val="2022003268"/>
                    </a:ext>
                  </a:extLst>
                </a:gridCol>
                <a:gridCol w="810638">
                  <a:extLst>
                    <a:ext uri="{9D8B030D-6E8A-4147-A177-3AD203B41FA5}">
                      <a16:colId xmlns:a16="http://schemas.microsoft.com/office/drawing/2014/main" val="4031689266"/>
                    </a:ext>
                  </a:extLst>
                </a:gridCol>
                <a:gridCol w="875490">
                  <a:extLst>
                    <a:ext uri="{9D8B030D-6E8A-4147-A177-3AD203B41FA5}">
                      <a16:colId xmlns:a16="http://schemas.microsoft.com/office/drawing/2014/main" val="1276473420"/>
                    </a:ext>
                  </a:extLst>
                </a:gridCol>
                <a:gridCol w="1361630">
                  <a:extLst>
                    <a:ext uri="{9D8B030D-6E8A-4147-A177-3AD203B41FA5}">
                      <a16:colId xmlns:a16="http://schemas.microsoft.com/office/drawing/2014/main" val="2304577066"/>
                    </a:ext>
                  </a:extLst>
                </a:gridCol>
                <a:gridCol w="1370967">
                  <a:extLst>
                    <a:ext uri="{9D8B030D-6E8A-4147-A177-3AD203B41FA5}">
                      <a16:colId xmlns:a16="http://schemas.microsoft.com/office/drawing/2014/main" val="1565158869"/>
                    </a:ext>
                  </a:extLst>
                </a:gridCol>
                <a:gridCol w="685484">
                  <a:extLst>
                    <a:ext uri="{9D8B030D-6E8A-4147-A177-3AD203B41FA5}">
                      <a16:colId xmlns:a16="http://schemas.microsoft.com/office/drawing/2014/main" val="2819915088"/>
                    </a:ext>
                  </a:extLst>
                </a:gridCol>
                <a:gridCol w="685484">
                  <a:extLst>
                    <a:ext uri="{9D8B030D-6E8A-4147-A177-3AD203B41FA5}">
                      <a16:colId xmlns:a16="http://schemas.microsoft.com/office/drawing/2014/main" val="27133119"/>
                    </a:ext>
                  </a:extLst>
                </a:gridCol>
              </a:tblGrid>
              <a:tr h="34472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팀원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업무지시</a:t>
                      </a:r>
                      <a:endParaRPr lang="en-US" altLang="ko-KR" sz="800" b="1" dirty="0"/>
                    </a:p>
                    <a:p>
                      <a:pPr algn="ctr" latinLnBrk="1"/>
                      <a:r>
                        <a:rPr lang="ko-KR" altLang="en-US" sz="800" b="1" dirty="0"/>
                        <a:t>항목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이행상태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준수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미준수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미준수 원인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업무요소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피드백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350733"/>
                  </a:ext>
                </a:extLst>
              </a:tr>
              <a:tr h="5025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프론트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00.00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이행완료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습득물 스티커</a:t>
                      </a:r>
                      <a:endParaRPr lang="en-US" altLang="ko-KR" sz="8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습득장소 기재부재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업무처리 충실도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업무</a:t>
                      </a:r>
                      <a:endParaRPr lang="en-US" altLang="ko-KR" sz="8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관리자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피드백</a:t>
                      </a:r>
                      <a:endParaRPr lang="en-US" altLang="ko-KR" sz="8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완료</a:t>
                      </a:r>
                      <a:endParaRPr lang="en-US" altLang="ko-KR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1328787"/>
                  </a:ext>
                </a:extLst>
              </a:tr>
              <a:tr h="5025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컨시어즈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00.00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이행완료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도어데스크</a:t>
                      </a:r>
                      <a:endParaRPr lang="en-US" altLang="ko-KR" sz="8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상품지식 출력물</a:t>
                      </a:r>
                      <a:endParaRPr lang="en-US" altLang="ko-KR" sz="8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비치 부재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업무처리 숙련도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업무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관리자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피드백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578289"/>
                  </a:ext>
                </a:extLst>
              </a:tr>
              <a:tr h="5025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린넨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00.00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이행완료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배게 얼룩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업무처리 정확성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업무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관리자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피드백</a:t>
                      </a:r>
                      <a:endParaRPr kumimoji="0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101593"/>
                  </a:ext>
                </a:extLst>
              </a:tr>
              <a:tr h="5025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인스펙터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00.00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이행완료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업무처리 정확성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업무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관리자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피드백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0206376"/>
                  </a:ext>
                </a:extLst>
              </a:tr>
              <a:tr h="5025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00.00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184309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7A631957-6D8F-55BC-1CDB-51553A60A65E}"/>
              </a:ext>
            </a:extLst>
          </p:cNvPr>
          <p:cNvGrpSpPr/>
          <p:nvPr/>
        </p:nvGrpSpPr>
        <p:grpSpPr>
          <a:xfrm>
            <a:off x="2789421" y="2789759"/>
            <a:ext cx="350480" cy="322128"/>
            <a:chOff x="2475305" y="2790893"/>
            <a:chExt cx="457200" cy="457200"/>
          </a:xfrm>
        </p:grpSpPr>
        <p:sp>
          <p:nvSpPr>
            <p:cNvPr id="26" name="순서도: 연결자 25">
              <a:extLst>
                <a:ext uri="{FF2B5EF4-FFF2-40B4-BE49-F238E27FC236}">
                  <a16:creationId xmlns:a16="http://schemas.microsoft.com/office/drawing/2014/main" id="{1444141B-85DF-85E4-5FA8-1126CF8780CD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7" name="그래픽 26" descr="남자 옆모습 윤곽선">
              <a:extLst>
                <a:ext uri="{FF2B5EF4-FFF2-40B4-BE49-F238E27FC236}">
                  <a16:creationId xmlns:a16="http://schemas.microsoft.com/office/drawing/2014/main" id="{654B28AE-93A9-5F24-EE90-C1E1C38B7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0524192-B9CC-488A-4EF7-7AADBF2BD4E7}"/>
              </a:ext>
            </a:extLst>
          </p:cNvPr>
          <p:cNvGrpSpPr/>
          <p:nvPr/>
        </p:nvGrpSpPr>
        <p:grpSpPr>
          <a:xfrm>
            <a:off x="2778253" y="3287246"/>
            <a:ext cx="350480" cy="322128"/>
            <a:chOff x="2475305" y="2790893"/>
            <a:chExt cx="457200" cy="457200"/>
          </a:xfrm>
        </p:grpSpPr>
        <p:sp>
          <p:nvSpPr>
            <p:cNvPr id="29" name="순서도: 연결자 28">
              <a:extLst>
                <a:ext uri="{FF2B5EF4-FFF2-40B4-BE49-F238E27FC236}">
                  <a16:creationId xmlns:a16="http://schemas.microsoft.com/office/drawing/2014/main" id="{FBA12DC7-346B-0F90-034F-3F4416D89857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0" name="그래픽 29" descr="남자 옆모습 윤곽선">
              <a:extLst>
                <a:ext uri="{FF2B5EF4-FFF2-40B4-BE49-F238E27FC236}">
                  <a16:creationId xmlns:a16="http://schemas.microsoft.com/office/drawing/2014/main" id="{FBF1D93F-30E5-CCAC-52CA-27064D7AD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E9BD7AB7-A597-6CC6-6451-C7648FCAC197}"/>
              </a:ext>
            </a:extLst>
          </p:cNvPr>
          <p:cNvGrpSpPr/>
          <p:nvPr/>
        </p:nvGrpSpPr>
        <p:grpSpPr>
          <a:xfrm>
            <a:off x="2780055" y="3771763"/>
            <a:ext cx="350480" cy="322128"/>
            <a:chOff x="2475305" y="2790893"/>
            <a:chExt cx="457200" cy="457200"/>
          </a:xfrm>
        </p:grpSpPr>
        <p:sp>
          <p:nvSpPr>
            <p:cNvPr id="32" name="순서도: 연결자 31">
              <a:extLst>
                <a:ext uri="{FF2B5EF4-FFF2-40B4-BE49-F238E27FC236}">
                  <a16:creationId xmlns:a16="http://schemas.microsoft.com/office/drawing/2014/main" id="{D13697DB-236A-DEE4-C814-7BCCDF381691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3" name="그래픽 32" descr="남자 옆모습 윤곽선">
              <a:extLst>
                <a:ext uri="{FF2B5EF4-FFF2-40B4-BE49-F238E27FC236}">
                  <a16:creationId xmlns:a16="http://schemas.microsoft.com/office/drawing/2014/main" id="{C18036F6-C822-2064-9F45-9E37B3EDC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B1A2CFF-1AE2-788F-2601-4B07905CB16C}"/>
              </a:ext>
            </a:extLst>
          </p:cNvPr>
          <p:cNvGrpSpPr/>
          <p:nvPr/>
        </p:nvGrpSpPr>
        <p:grpSpPr>
          <a:xfrm>
            <a:off x="2775372" y="4288705"/>
            <a:ext cx="350480" cy="322128"/>
            <a:chOff x="2475305" y="2790893"/>
            <a:chExt cx="457200" cy="457200"/>
          </a:xfrm>
        </p:grpSpPr>
        <p:sp>
          <p:nvSpPr>
            <p:cNvPr id="35" name="순서도: 연결자 34">
              <a:extLst>
                <a:ext uri="{FF2B5EF4-FFF2-40B4-BE49-F238E27FC236}">
                  <a16:creationId xmlns:a16="http://schemas.microsoft.com/office/drawing/2014/main" id="{BA29E1EA-FB61-0CFF-6041-6ACDA2628D17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6" name="그래픽 35" descr="남자 옆모습 윤곽선">
              <a:extLst>
                <a:ext uri="{FF2B5EF4-FFF2-40B4-BE49-F238E27FC236}">
                  <a16:creationId xmlns:a16="http://schemas.microsoft.com/office/drawing/2014/main" id="{F16CB0D8-72BD-F401-E165-A5FA226B0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BA8E7FF-F9A7-4CA7-1626-3DBE1800828B}"/>
              </a:ext>
            </a:extLst>
          </p:cNvPr>
          <p:cNvSpPr/>
          <p:nvPr/>
        </p:nvSpPr>
        <p:spPr>
          <a:xfrm>
            <a:off x="1956496" y="1739179"/>
            <a:ext cx="3783714" cy="4763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B408A6-C68F-D054-EDE2-8B9B9DCFCF80}"/>
              </a:ext>
            </a:extLst>
          </p:cNvPr>
          <p:cNvSpPr txBox="1"/>
          <p:nvPr/>
        </p:nvSpPr>
        <p:spPr>
          <a:xfrm>
            <a:off x="1772200" y="1853816"/>
            <a:ext cx="16047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객실팀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7B44B9-DA38-30AD-D4D0-76DEE6914E38}"/>
              </a:ext>
            </a:extLst>
          </p:cNvPr>
          <p:cNvSpPr txBox="1"/>
          <p:nvPr/>
        </p:nvSpPr>
        <p:spPr>
          <a:xfrm>
            <a:off x="2740824" y="1856630"/>
            <a:ext cx="16047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업무지시항목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14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4E0806F-A5DD-B942-8DEC-49155014FFF4}"/>
              </a:ext>
            </a:extLst>
          </p:cNvPr>
          <p:cNvGrpSpPr/>
          <p:nvPr/>
        </p:nvGrpSpPr>
        <p:grpSpPr>
          <a:xfrm>
            <a:off x="4187113" y="1873456"/>
            <a:ext cx="1625818" cy="216869"/>
            <a:chOff x="3611908" y="2305704"/>
            <a:chExt cx="1625818" cy="216869"/>
          </a:xfrm>
        </p:grpSpPr>
        <p:sp>
          <p:nvSpPr>
            <p:cNvPr id="41" name="순서도: 연결자 40">
              <a:extLst>
                <a:ext uri="{FF2B5EF4-FFF2-40B4-BE49-F238E27FC236}">
                  <a16:creationId xmlns:a16="http://schemas.microsoft.com/office/drawing/2014/main" id="{B6E90A2E-DBA6-B741-C900-6587D26FD27E}"/>
                </a:ext>
              </a:extLst>
            </p:cNvPr>
            <p:cNvSpPr/>
            <p:nvPr/>
          </p:nvSpPr>
          <p:spPr>
            <a:xfrm>
              <a:off x="3746378" y="2360041"/>
              <a:ext cx="94220" cy="103181"/>
            </a:xfrm>
            <a:prstGeom prst="flowChartConnector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084E8EF-09AB-B0B2-F157-630D0D78D898}"/>
                </a:ext>
              </a:extLst>
            </p:cNvPr>
            <p:cNvSpPr txBox="1"/>
            <p:nvPr/>
          </p:nvSpPr>
          <p:spPr>
            <a:xfrm>
              <a:off x="3611908" y="2307129"/>
              <a:ext cx="97503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준수 </a:t>
              </a: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11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" name="순서도: 연결자 42">
              <a:extLst>
                <a:ext uri="{FF2B5EF4-FFF2-40B4-BE49-F238E27FC236}">
                  <a16:creationId xmlns:a16="http://schemas.microsoft.com/office/drawing/2014/main" id="{73B3BA26-797F-15A5-08C4-2A6056B66AFC}"/>
                </a:ext>
              </a:extLst>
            </p:cNvPr>
            <p:cNvSpPr/>
            <p:nvPr/>
          </p:nvSpPr>
          <p:spPr>
            <a:xfrm>
              <a:off x="4351766" y="2358616"/>
              <a:ext cx="94220" cy="103181"/>
            </a:xfrm>
            <a:prstGeom prst="flowChartConnector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A2FA77-3744-D0D6-C432-A40170FE3AC3}"/>
                </a:ext>
              </a:extLst>
            </p:cNvPr>
            <p:cNvSpPr txBox="1"/>
            <p:nvPr/>
          </p:nvSpPr>
          <p:spPr>
            <a:xfrm>
              <a:off x="4262691" y="2305704"/>
              <a:ext cx="97503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미준수 </a:t>
              </a: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3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FAFE6BA-5F68-CD38-C08A-6FCA522E5CC5}"/>
              </a:ext>
            </a:extLst>
          </p:cNvPr>
          <p:cNvSpPr/>
          <p:nvPr/>
        </p:nvSpPr>
        <p:spPr>
          <a:xfrm>
            <a:off x="7884740" y="1960182"/>
            <a:ext cx="890019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8" name="그래픽 47" descr="아래쪽 캐럿 윤곽선">
            <a:extLst>
              <a:ext uri="{FF2B5EF4-FFF2-40B4-BE49-F238E27FC236}">
                <a16:creationId xmlns:a16="http://schemas.microsoft.com/office/drawing/2014/main" id="{A6575469-AFAF-2B0C-F66E-3D916AB09C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2001" y="1977404"/>
            <a:ext cx="186651" cy="2511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F34615F4-52C7-42C4-73CA-D58765086566}"/>
              </a:ext>
            </a:extLst>
          </p:cNvPr>
          <p:cNvSpPr txBox="1"/>
          <p:nvPr/>
        </p:nvSpPr>
        <p:spPr>
          <a:xfrm>
            <a:off x="7834643" y="1996733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기간 설정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A7B1481-FEDA-D5EA-B53A-DEF8E5E3B293}"/>
              </a:ext>
            </a:extLst>
          </p:cNvPr>
          <p:cNvSpPr/>
          <p:nvPr/>
        </p:nvSpPr>
        <p:spPr>
          <a:xfrm>
            <a:off x="8939885" y="1960182"/>
            <a:ext cx="556373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C6BD4DB5-BED6-4CB4-D3DB-12423133BA9E}"/>
              </a:ext>
            </a:extLst>
          </p:cNvPr>
          <p:cNvSpPr/>
          <p:nvPr/>
        </p:nvSpPr>
        <p:spPr>
          <a:xfrm>
            <a:off x="9676804" y="1960182"/>
            <a:ext cx="556373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B771C8-4360-2827-7888-864846E6E50B}"/>
              </a:ext>
            </a:extLst>
          </p:cNvPr>
          <p:cNvSpPr txBox="1"/>
          <p:nvPr/>
        </p:nvSpPr>
        <p:spPr>
          <a:xfrm>
            <a:off x="9447067" y="1951542"/>
            <a:ext cx="169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~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3" name="그래픽 52" descr="일일 일정표 윤곽선">
            <a:extLst>
              <a:ext uri="{FF2B5EF4-FFF2-40B4-BE49-F238E27FC236}">
                <a16:creationId xmlns:a16="http://schemas.microsoft.com/office/drawing/2014/main" id="{B018A459-4698-CE9D-99C7-6F999913E9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94519" y="1951090"/>
            <a:ext cx="279034" cy="279034"/>
          </a:xfrm>
          <a:prstGeom prst="rect">
            <a:avLst/>
          </a:prstGeom>
        </p:spPr>
      </p:pic>
      <p:pic>
        <p:nvPicPr>
          <p:cNvPr id="54" name="그래픽 53" descr="일일 일정표 윤곽선">
            <a:extLst>
              <a:ext uri="{FF2B5EF4-FFF2-40B4-BE49-F238E27FC236}">
                <a16:creationId xmlns:a16="http://schemas.microsoft.com/office/drawing/2014/main" id="{48B43792-0ACA-707B-1C65-FF7D45E0D4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25039" y="1951984"/>
            <a:ext cx="279034" cy="2790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8850F1-D86F-A569-259F-00EDF4FCA1F7}"/>
              </a:ext>
            </a:extLst>
          </p:cNvPr>
          <p:cNvSpPr txBox="1"/>
          <p:nvPr/>
        </p:nvSpPr>
        <p:spPr>
          <a:xfrm>
            <a:off x="1131120" y="1350263"/>
            <a:ext cx="2279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보관함 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E4EA3F8-EA9A-9ACC-E1B6-A7AE7739DA5F}"/>
              </a:ext>
            </a:extLst>
          </p:cNvPr>
          <p:cNvSpPr/>
          <p:nvPr/>
        </p:nvSpPr>
        <p:spPr>
          <a:xfrm>
            <a:off x="1956496" y="5290164"/>
            <a:ext cx="9371910" cy="12146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49FF80E0-366F-24B7-3C19-3603F4AE0E2A}"/>
              </a:ext>
            </a:extLst>
          </p:cNvPr>
          <p:cNvSpPr/>
          <p:nvPr/>
        </p:nvSpPr>
        <p:spPr>
          <a:xfrm>
            <a:off x="2191374" y="5405968"/>
            <a:ext cx="4287683" cy="9513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14B0A4B-1D2E-F2FD-8F76-191417CE23B7}"/>
              </a:ext>
            </a:extLst>
          </p:cNvPr>
          <p:cNvSpPr/>
          <p:nvPr/>
        </p:nvSpPr>
        <p:spPr>
          <a:xfrm>
            <a:off x="6810186" y="5405635"/>
            <a:ext cx="4287683" cy="9513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3A08B32-9E78-071D-65F5-E029E3E8AD18}"/>
              </a:ext>
            </a:extLst>
          </p:cNvPr>
          <p:cNvSpPr txBox="1"/>
          <p:nvPr/>
        </p:nvSpPr>
        <p:spPr>
          <a:xfrm>
            <a:off x="1860245" y="5462423"/>
            <a:ext cx="240375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점검한 업무요소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순서도: 수행의 시작/종료 56">
            <a:extLst>
              <a:ext uri="{FF2B5EF4-FFF2-40B4-BE49-F238E27FC236}">
                <a16:creationId xmlns:a16="http://schemas.microsoft.com/office/drawing/2014/main" id="{C8D7DE87-42A3-F1A9-BFBF-8E74A9F48831}"/>
              </a:ext>
            </a:extLst>
          </p:cNvPr>
          <p:cNvSpPr/>
          <p:nvPr/>
        </p:nvSpPr>
        <p:spPr>
          <a:xfrm>
            <a:off x="5740210" y="6005045"/>
            <a:ext cx="595626" cy="18368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보기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EC3932-CA0D-198D-AC6B-D680733A3711}"/>
              </a:ext>
            </a:extLst>
          </p:cNvPr>
          <p:cNvSpPr txBox="1"/>
          <p:nvPr/>
        </p:nvSpPr>
        <p:spPr>
          <a:xfrm>
            <a:off x="6479057" y="5458249"/>
            <a:ext cx="240375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미준수 피드백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건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순서도: 수행의 시작/종료 58">
            <a:extLst>
              <a:ext uri="{FF2B5EF4-FFF2-40B4-BE49-F238E27FC236}">
                <a16:creationId xmlns:a16="http://schemas.microsoft.com/office/drawing/2014/main" id="{4540559B-AACF-2B4B-061D-6F41290340D3}"/>
              </a:ext>
            </a:extLst>
          </p:cNvPr>
          <p:cNvSpPr/>
          <p:nvPr/>
        </p:nvSpPr>
        <p:spPr>
          <a:xfrm>
            <a:off x="10372211" y="6005045"/>
            <a:ext cx="595626" cy="18368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보기</a:t>
            </a: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5C4BA0C-82A8-5DE3-F4D9-3298B32FC78A}"/>
              </a:ext>
            </a:extLst>
          </p:cNvPr>
          <p:cNvGrpSpPr/>
          <p:nvPr/>
        </p:nvGrpSpPr>
        <p:grpSpPr>
          <a:xfrm>
            <a:off x="6621101" y="1939729"/>
            <a:ext cx="1240934" cy="300624"/>
            <a:chOff x="2185154" y="1803567"/>
            <a:chExt cx="1240934" cy="300624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C24381E3-2AD3-9019-B888-ECDEB0774C8D}"/>
                </a:ext>
              </a:extLst>
            </p:cNvPr>
            <p:cNvSpPr/>
            <p:nvPr/>
          </p:nvSpPr>
          <p:spPr>
            <a:xfrm>
              <a:off x="2331993" y="1803567"/>
              <a:ext cx="947683" cy="30062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DA3CB745-20F4-1836-E4AF-5563D1CB7F70}"/>
                </a:ext>
              </a:extLst>
            </p:cNvPr>
            <p:cNvSpPr/>
            <p:nvPr/>
          </p:nvSpPr>
          <p:spPr>
            <a:xfrm>
              <a:off x="2371376" y="1837332"/>
              <a:ext cx="242407" cy="2299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A5FD236-9CD6-2595-9B65-2F64ABF2A15C}"/>
                </a:ext>
              </a:extLst>
            </p:cNvPr>
            <p:cNvSpPr txBox="1"/>
            <p:nvPr/>
          </p:nvSpPr>
          <p:spPr>
            <a:xfrm>
              <a:off x="2185154" y="1851797"/>
              <a:ext cx="6053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일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EAFBEC04-F112-3660-AB39-7C4F7B149925}"/>
                </a:ext>
              </a:extLst>
            </p:cNvPr>
            <p:cNvSpPr/>
            <p:nvPr/>
          </p:nvSpPr>
          <p:spPr>
            <a:xfrm>
              <a:off x="2689181" y="1834461"/>
              <a:ext cx="242407" cy="2299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2AA3602-C674-FCDC-2C8F-8E5D9F3B9CDF}"/>
                </a:ext>
              </a:extLst>
            </p:cNvPr>
            <p:cNvSpPr txBox="1"/>
            <p:nvPr/>
          </p:nvSpPr>
          <p:spPr>
            <a:xfrm>
              <a:off x="2502959" y="1848926"/>
              <a:ext cx="6053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주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8C274543-A69B-64D9-C3D0-FCAB3F54464D}"/>
                </a:ext>
              </a:extLst>
            </p:cNvPr>
            <p:cNvSpPr/>
            <p:nvPr/>
          </p:nvSpPr>
          <p:spPr>
            <a:xfrm>
              <a:off x="3006986" y="1831590"/>
              <a:ext cx="242407" cy="2299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AA08FF5-F899-0CF3-F49A-2C6688C873F0}"/>
                </a:ext>
              </a:extLst>
            </p:cNvPr>
            <p:cNvSpPr txBox="1"/>
            <p:nvPr/>
          </p:nvSpPr>
          <p:spPr>
            <a:xfrm>
              <a:off x="2820764" y="1846055"/>
              <a:ext cx="6053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월</a:t>
              </a:r>
              <a:endPara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7" name="순서도: 수행의 시작/종료 66">
            <a:extLst>
              <a:ext uri="{FF2B5EF4-FFF2-40B4-BE49-F238E27FC236}">
                <a16:creationId xmlns:a16="http://schemas.microsoft.com/office/drawing/2014/main" id="{0D2AA6CD-B50B-6A3A-55DB-95F7389FEE72}"/>
              </a:ext>
            </a:extLst>
          </p:cNvPr>
          <p:cNvSpPr/>
          <p:nvPr/>
        </p:nvSpPr>
        <p:spPr>
          <a:xfrm>
            <a:off x="10512944" y="1980848"/>
            <a:ext cx="789829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다운로드</a:t>
            </a:r>
          </a:p>
        </p:txBody>
      </p:sp>
    </p:spTree>
    <p:extLst>
      <p:ext uri="{BB962C8B-B14F-4D97-AF65-F5344CB8AC3E}">
        <p14:creationId xmlns:p14="http://schemas.microsoft.com/office/powerpoint/2010/main" val="1605976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F970151-BA9A-6FD8-73B0-B40CC4D39AA5}"/>
              </a:ext>
            </a:extLst>
          </p:cNvPr>
          <p:cNvSpPr/>
          <p:nvPr/>
        </p:nvSpPr>
        <p:spPr>
          <a:xfrm>
            <a:off x="1338049" y="3291141"/>
            <a:ext cx="2821612" cy="27571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Do 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4D7C147-63D2-8F2B-9C1D-84DE735CB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161753"/>
              </p:ext>
            </p:extLst>
          </p:nvPr>
        </p:nvGraphicFramePr>
        <p:xfrm>
          <a:off x="1338050" y="3632280"/>
          <a:ext cx="2821612" cy="11102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21612">
                  <a:extLst>
                    <a:ext uri="{9D8B030D-6E8A-4147-A177-3AD203B41FA5}">
                      <a16:colId xmlns:a16="http://schemas.microsoft.com/office/drawing/2014/main" val="97810552"/>
                    </a:ext>
                  </a:extLst>
                </a:gridCol>
              </a:tblGrid>
              <a:tr h="2775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업무수행 보드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943820"/>
                  </a:ext>
                </a:extLst>
              </a:tr>
              <a:tr h="2775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To do </a:t>
                      </a:r>
                      <a:r>
                        <a:rPr lang="ko-KR" altLang="en-US" sz="800" dirty="0"/>
                        <a:t>리스트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TPO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업무지시 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692776"/>
                  </a:ext>
                </a:extLst>
              </a:tr>
              <a:tr h="2775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이행근거 등록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93716"/>
                  </a:ext>
                </a:extLst>
              </a:tr>
              <a:tr h="2775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업무지시 이해도 체크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이해완료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모호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이해불가</a:t>
                      </a:r>
                      <a:r>
                        <a:rPr lang="ko-KR" altLang="en-US" sz="8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59466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D12D9BF6-6306-62DA-976E-A9BBC80B027B}"/>
              </a:ext>
            </a:extLst>
          </p:cNvPr>
          <p:cNvSpPr/>
          <p:nvPr/>
        </p:nvSpPr>
        <p:spPr>
          <a:xfrm>
            <a:off x="4729761" y="3291141"/>
            <a:ext cx="2821612" cy="27571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Do 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A113C56-B473-3408-D64F-23F81211A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022382"/>
              </p:ext>
            </p:extLst>
          </p:nvPr>
        </p:nvGraphicFramePr>
        <p:xfrm>
          <a:off x="4729762" y="3632280"/>
          <a:ext cx="2821612" cy="11102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21612">
                  <a:extLst>
                    <a:ext uri="{9D8B030D-6E8A-4147-A177-3AD203B41FA5}">
                      <a16:colId xmlns:a16="http://schemas.microsoft.com/office/drawing/2014/main" val="97810552"/>
                    </a:ext>
                  </a:extLst>
                </a:gridCol>
              </a:tblGrid>
              <a:tr h="2775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업무수행 보드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943820"/>
                  </a:ext>
                </a:extLst>
              </a:tr>
              <a:tr h="8326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업무수행 현황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근속기간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이행근거 요구 건 수</a:t>
                      </a:r>
                      <a:endParaRPr lang="en-US" altLang="ko-KR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미준수 건 수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준수율 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69277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F61D6E71-B2F2-BFAE-4FBC-1826431343D9}"/>
              </a:ext>
            </a:extLst>
          </p:cNvPr>
          <p:cNvSpPr/>
          <p:nvPr/>
        </p:nvSpPr>
        <p:spPr>
          <a:xfrm>
            <a:off x="8066347" y="3291141"/>
            <a:ext cx="2821612" cy="27571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Do 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C2CB932-D018-FB49-A7A9-878166190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74705"/>
              </p:ext>
            </p:extLst>
          </p:nvPr>
        </p:nvGraphicFramePr>
        <p:xfrm>
          <a:off x="8066348" y="3632280"/>
          <a:ext cx="2821612" cy="11102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21612">
                  <a:extLst>
                    <a:ext uri="{9D8B030D-6E8A-4147-A177-3AD203B41FA5}">
                      <a16:colId xmlns:a16="http://schemas.microsoft.com/office/drawing/2014/main" val="97810552"/>
                    </a:ext>
                  </a:extLst>
                </a:gridCol>
              </a:tblGrid>
              <a:tr h="3700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업무수행 보드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943820"/>
                  </a:ext>
                </a:extLst>
              </a:tr>
              <a:tr h="3700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피드백 현황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미준수 항목 피드백 내용 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692776"/>
                  </a:ext>
                </a:extLst>
              </a:tr>
              <a:tr h="3700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피드백 만족도 체크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만족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불만족</a:t>
                      </a:r>
                      <a:r>
                        <a:rPr lang="ko-KR" altLang="en-US" sz="8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59466"/>
                  </a:ext>
                </a:extLst>
              </a:tr>
            </a:tbl>
          </a:graphicData>
        </a:graphic>
      </p:graphicFrame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4FC277F7-3D83-5F7D-331A-A1E5CDF5F265}"/>
              </a:ext>
            </a:extLst>
          </p:cNvPr>
          <p:cNvSpPr/>
          <p:nvPr/>
        </p:nvSpPr>
        <p:spPr>
          <a:xfrm rot="5400000">
            <a:off x="4291296" y="3999873"/>
            <a:ext cx="361959" cy="22230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C518F37D-CCDE-C6FA-B89C-1E96A906FEC9}"/>
              </a:ext>
            </a:extLst>
          </p:cNvPr>
          <p:cNvSpPr/>
          <p:nvPr/>
        </p:nvSpPr>
        <p:spPr>
          <a:xfrm rot="5400000">
            <a:off x="7633654" y="4011306"/>
            <a:ext cx="361959" cy="22230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3FC767-B8E7-BC45-9336-0E444E424305}"/>
              </a:ext>
            </a:extLst>
          </p:cNvPr>
          <p:cNvSpPr txBox="1"/>
          <p:nvPr/>
        </p:nvSpPr>
        <p:spPr>
          <a:xfrm>
            <a:off x="1228735" y="1723958"/>
            <a:ext cx="9734530" cy="3619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PDCA</a:t>
            </a:r>
            <a:r>
              <a:rPr kumimoji="0" lang="ko-KR" altLang="en-US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kumimoji="0" lang="en-US" altLang="ko-KR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Cycle </a:t>
            </a:r>
            <a:r>
              <a:rPr kumimoji="0" lang="ko-KR" altLang="en-US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사용자</a:t>
            </a:r>
            <a:r>
              <a:rPr kumimoji="0" lang="en-US" altLang="ko-KR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(*</a:t>
            </a:r>
            <a:r>
              <a:rPr kumimoji="0" lang="ko-KR" altLang="en-US" sz="1800" b="1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실무자</a:t>
            </a:r>
            <a:r>
              <a:rPr kumimoji="0" lang="en-US" altLang="ko-KR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kumimoji="0" lang="ko-KR" altLang="en-US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정보 흐름도 </a:t>
            </a:r>
          </a:p>
        </p:txBody>
      </p:sp>
    </p:spTree>
    <p:extLst>
      <p:ext uri="{BB962C8B-B14F-4D97-AF65-F5344CB8AC3E}">
        <p14:creationId xmlns:p14="http://schemas.microsoft.com/office/powerpoint/2010/main" val="1092174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4566B61-4463-CF9B-5F2C-7FD4AEDEDF4A}"/>
              </a:ext>
            </a:extLst>
          </p:cNvPr>
          <p:cNvSpPr/>
          <p:nvPr/>
        </p:nvSpPr>
        <p:spPr>
          <a:xfrm>
            <a:off x="1072904" y="-430200"/>
            <a:ext cx="10590877" cy="1501451"/>
          </a:xfrm>
          <a:prstGeom prst="rect">
            <a:avLst/>
          </a:prstGeom>
          <a:solidFill>
            <a:schemeClr val="bg1">
              <a:lumMod val="95000"/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935" tIns="35935" rIns="35935" bIns="35935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Do.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업무지시 사항을 사전에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명확히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파악할 수 있어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재작업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중복지시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보고업무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줄일 수 있다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A593985-35A4-9DD5-00A6-42549834C9B8}"/>
              </a:ext>
            </a:extLst>
          </p:cNvPr>
          <p:cNvSpPr/>
          <p:nvPr/>
        </p:nvSpPr>
        <p:spPr>
          <a:xfrm>
            <a:off x="430661" y="1038901"/>
            <a:ext cx="11330677" cy="56746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4033FD-550A-EDBA-81CC-62CA10298142}"/>
              </a:ext>
            </a:extLst>
          </p:cNvPr>
          <p:cNvSpPr txBox="1"/>
          <p:nvPr/>
        </p:nvSpPr>
        <p:spPr>
          <a:xfrm>
            <a:off x="330521" y="1122672"/>
            <a:ext cx="1278675" cy="39288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ctr" defTabSz="9127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CS MAC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39DD50B-1068-BAFD-ADC2-986C2044D5E9}"/>
              </a:ext>
            </a:extLst>
          </p:cNvPr>
          <p:cNvGrpSpPr/>
          <p:nvPr/>
        </p:nvGrpSpPr>
        <p:grpSpPr>
          <a:xfrm>
            <a:off x="548418" y="1680466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401FCEA3-F3B2-F9F5-6B03-D96A18F7E0D4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" name="그래픽 12" descr="아래쪽 캐럿 윤곽선">
              <a:extLst>
                <a:ext uri="{FF2B5EF4-FFF2-40B4-BE49-F238E27FC236}">
                  <a16:creationId xmlns:a16="http://schemas.microsoft.com/office/drawing/2014/main" id="{165F8143-0D12-0757-D72E-8AB0FCA4E3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4362556-43CF-2B49-FDAE-5325157A1EB9}"/>
              </a:ext>
            </a:extLst>
          </p:cNvPr>
          <p:cNvCxnSpPr>
            <a:cxnSpLocks/>
          </p:cNvCxnSpPr>
          <p:nvPr/>
        </p:nvCxnSpPr>
        <p:spPr>
          <a:xfrm>
            <a:off x="1677886" y="1312582"/>
            <a:ext cx="0" cy="5053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9E76A4D-3710-1CBB-4446-5D8009346AD5}"/>
              </a:ext>
            </a:extLst>
          </p:cNvPr>
          <p:cNvGrpSpPr/>
          <p:nvPr/>
        </p:nvGrpSpPr>
        <p:grpSpPr>
          <a:xfrm>
            <a:off x="548418" y="2168598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FED30E97-8FCE-F117-3705-BA119974E63E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7" name="그래픽 16" descr="아래쪽 캐럿 윤곽선">
              <a:extLst>
                <a:ext uri="{FF2B5EF4-FFF2-40B4-BE49-F238E27FC236}">
                  <a16:creationId xmlns:a16="http://schemas.microsoft.com/office/drawing/2014/main" id="{FDFE9D45-93E1-0D65-A286-584CF7E27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F672C5C-718C-96A5-D462-82A89FE130A3}"/>
              </a:ext>
            </a:extLst>
          </p:cNvPr>
          <p:cNvSpPr txBox="1"/>
          <p:nvPr/>
        </p:nvSpPr>
        <p:spPr>
          <a:xfrm>
            <a:off x="279847" y="1708636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PDCA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4B5BAA-4516-4625-A811-753A2FA4215F}"/>
              </a:ext>
            </a:extLst>
          </p:cNvPr>
          <p:cNvSpPr txBox="1"/>
          <p:nvPr/>
        </p:nvSpPr>
        <p:spPr>
          <a:xfrm>
            <a:off x="345271" y="2179937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Do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4" name="그래픽 23" descr="아래쪽 캐럿 윤곽선">
            <a:extLst>
              <a:ext uri="{FF2B5EF4-FFF2-40B4-BE49-F238E27FC236}">
                <a16:creationId xmlns:a16="http://schemas.microsoft.com/office/drawing/2014/main" id="{3BD82677-6923-58FD-FCA6-C25CA42540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3150" y="1700182"/>
            <a:ext cx="243591" cy="278703"/>
          </a:xfrm>
          <a:prstGeom prst="rect">
            <a:avLst/>
          </a:prstGeom>
        </p:spPr>
      </p:pic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409F48CF-DDE1-1A40-E584-A1C162065C6C}"/>
              </a:ext>
            </a:extLst>
          </p:cNvPr>
          <p:cNvSpPr/>
          <p:nvPr/>
        </p:nvSpPr>
        <p:spPr>
          <a:xfrm>
            <a:off x="629837" y="2265377"/>
            <a:ext cx="94220" cy="103181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C31710-1A8C-4CD7-446A-FAE5B9425D33}"/>
              </a:ext>
            </a:extLst>
          </p:cNvPr>
          <p:cNvSpPr txBox="1"/>
          <p:nvPr/>
        </p:nvSpPr>
        <p:spPr>
          <a:xfrm>
            <a:off x="1418831" y="1443777"/>
            <a:ext cx="2279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업무수행 보드 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8605904-8D9B-CCFC-D993-7575A07D8C0C}"/>
              </a:ext>
            </a:extLst>
          </p:cNvPr>
          <p:cNvGrpSpPr/>
          <p:nvPr/>
        </p:nvGrpSpPr>
        <p:grpSpPr>
          <a:xfrm>
            <a:off x="1903357" y="1855301"/>
            <a:ext cx="9648559" cy="764655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068B191C-DB28-EAA8-DB35-7FAD6B62901D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9" name="그래픽 28" descr="아래쪽 캐럿 윤곽선">
              <a:extLst>
                <a:ext uri="{FF2B5EF4-FFF2-40B4-BE49-F238E27FC236}">
                  <a16:creationId xmlns:a16="http://schemas.microsoft.com/office/drawing/2014/main" id="{BD0799A0-887E-D398-693D-254B3A719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39718B1-1FCB-F96A-96AC-D6EA61DAADE4}"/>
              </a:ext>
            </a:extLst>
          </p:cNvPr>
          <p:cNvSpPr txBox="1"/>
          <p:nvPr/>
        </p:nvSpPr>
        <p:spPr>
          <a:xfrm>
            <a:off x="2009469" y="2077066"/>
            <a:ext cx="2841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오늘 받은 업무지시 사항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건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46A195-4512-C919-2EE1-3CBBA43FD79A}"/>
              </a:ext>
            </a:extLst>
          </p:cNvPr>
          <p:cNvSpPr txBox="1"/>
          <p:nvPr/>
        </p:nvSpPr>
        <p:spPr>
          <a:xfrm>
            <a:off x="5207663" y="2077066"/>
            <a:ext cx="2978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오늘 받은 이행근거 요구 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건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8E5328-7449-0FB4-245A-EBB7F6B8512C}"/>
              </a:ext>
            </a:extLst>
          </p:cNvPr>
          <p:cNvSpPr txBox="1"/>
          <p:nvPr/>
        </p:nvSpPr>
        <p:spPr>
          <a:xfrm>
            <a:off x="8810098" y="2074145"/>
            <a:ext cx="2647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오늘 받은 미준수 피드백 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건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EC65902-7659-BAA3-FF3A-8CE0965D8A19}"/>
              </a:ext>
            </a:extLst>
          </p:cNvPr>
          <p:cNvSpPr/>
          <p:nvPr/>
        </p:nvSpPr>
        <p:spPr>
          <a:xfrm>
            <a:off x="1942881" y="3192223"/>
            <a:ext cx="2662825" cy="7722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05EFA7-1CAC-71A2-0861-3E998EB68152}"/>
              </a:ext>
            </a:extLst>
          </p:cNvPr>
          <p:cNvSpPr txBox="1"/>
          <p:nvPr/>
        </p:nvSpPr>
        <p:spPr>
          <a:xfrm>
            <a:off x="969858" y="2846563"/>
            <a:ext cx="3010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To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do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리스트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FDB773-7606-FAD6-696D-D2517F1DBBD8}"/>
              </a:ext>
            </a:extLst>
          </p:cNvPr>
          <p:cNvSpPr txBox="1"/>
          <p:nvPr/>
        </p:nvSpPr>
        <p:spPr>
          <a:xfrm>
            <a:off x="1946444" y="3363202"/>
            <a:ext cx="28100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오늘 꼭 챙겨야 할 업무를 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확인해 주세요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8" name="그래픽 37" descr="아래쪽 캐럿 윤곽선">
            <a:extLst>
              <a:ext uri="{FF2B5EF4-FFF2-40B4-BE49-F238E27FC236}">
                <a16:creationId xmlns:a16="http://schemas.microsoft.com/office/drawing/2014/main" id="{552E437E-B04F-741B-239B-491DBFA761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56224" y="3479598"/>
            <a:ext cx="243591" cy="278703"/>
          </a:xfrm>
          <a:prstGeom prst="rect">
            <a:avLst/>
          </a:prstGeom>
        </p:spPr>
      </p:pic>
      <p:pic>
        <p:nvPicPr>
          <p:cNvPr id="39" name="그래픽 38" descr="아래쪽 캐럿 윤곽선">
            <a:extLst>
              <a:ext uri="{FF2B5EF4-FFF2-40B4-BE49-F238E27FC236}">
                <a16:creationId xmlns:a16="http://schemas.microsoft.com/office/drawing/2014/main" id="{24794630-CE8E-08E7-FDE5-E69D6BFC84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56223" y="3438976"/>
            <a:ext cx="243591" cy="278703"/>
          </a:xfrm>
          <a:prstGeom prst="rect">
            <a:avLst/>
          </a:prstGeom>
        </p:spPr>
      </p:pic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001C62C-447B-EE1D-EB1B-DDAC52F636C6}"/>
              </a:ext>
            </a:extLst>
          </p:cNvPr>
          <p:cNvSpPr/>
          <p:nvPr/>
        </p:nvSpPr>
        <p:spPr>
          <a:xfrm>
            <a:off x="5372837" y="3190363"/>
            <a:ext cx="2662825" cy="7722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5D5ECC-064D-9E68-6B92-B9B225C39E35}"/>
              </a:ext>
            </a:extLst>
          </p:cNvPr>
          <p:cNvSpPr txBox="1"/>
          <p:nvPr/>
        </p:nvSpPr>
        <p:spPr>
          <a:xfrm>
            <a:off x="4412340" y="2838021"/>
            <a:ext cx="3010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 수행 현황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F55830-4524-CF7C-AF27-B6AD7C1DB9E5}"/>
              </a:ext>
            </a:extLst>
          </p:cNvPr>
          <p:cNvSpPr txBox="1"/>
          <p:nvPr/>
        </p:nvSpPr>
        <p:spPr>
          <a:xfrm>
            <a:off x="5376400" y="3361342"/>
            <a:ext cx="28100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 수행 준수 현황을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점검해 주세요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5" name="그래픽 44" descr="아래쪽 캐럿 윤곽선">
            <a:extLst>
              <a:ext uri="{FF2B5EF4-FFF2-40B4-BE49-F238E27FC236}">
                <a16:creationId xmlns:a16="http://schemas.microsoft.com/office/drawing/2014/main" id="{BC5E28DE-B083-2595-FE8A-7B073A54AE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1927" y="3440201"/>
            <a:ext cx="243591" cy="27870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CC9E7BC-18B5-604D-5D51-32DDF45F4142}"/>
              </a:ext>
            </a:extLst>
          </p:cNvPr>
          <p:cNvSpPr txBox="1"/>
          <p:nvPr/>
        </p:nvSpPr>
        <p:spPr>
          <a:xfrm>
            <a:off x="7793722" y="2839689"/>
            <a:ext cx="3010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미준수 현황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4777CEBD-E046-B15A-E5A7-CEF65397E94A}"/>
              </a:ext>
            </a:extLst>
          </p:cNvPr>
          <p:cNvSpPr/>
          <p:nvPr/>
        </p:nvSpPr>
        <p:spPr>
          <a:xfrm>
            <a:off x="8842926" y="3188466"/>
            <a:ext cx="2662825" cy="7722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8C6121-8461-83E0-CE0E-C6F397D06777}"/>
              </a:ext>
            </a:extLst>
          </p:cNvPr>
          <p:cNvSpPr txBox="1"/>
          <p:nvPr/>
        </p:nvSpPr>
        <p:spPr>
          <a:xfrm>
            <a:off x="8846489" y="3359445"/>
            <a:ext cx="28100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미준수 사항에 대한 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피드백 내용을 확인해 주세요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9" name="그래픽 48" descr="아래쪽 캐럿 윤곽선">
            <a:extLst>
              <a:ext uri="{FF2B5EF4-FFF2-40B4-BE49-F238E27FC236}">
                <a16:creationId xmlns:a16="http://schemas.microsoft.com/office/drawing/2014/main" id="{20FD7C71-729B-2AAB-587A-7BD6B65E88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42016" y="3438304"/>
            <a:ext cx="243591" cy="278703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ABC5BEC-39CB-3AD8-CE83-363F94BE9B75}"/>
              </a:ext>
            </a:extLst>
          </p:cNvPr>
          <p:cNvSpPr/>
          <p:nvPr/>
        </p:nvSpPr>
        <p:spPr>
          <a:xfrm>
            <a:off x="1927065" y="4249988"/>
            <a:ext cx="2662057" cy="21320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9C9A88F-FAFB-3338-F4B3-56118DB715E2}"/>
              </a:ext>
            </a:extLst>
          </p:cNvPr>
          <p:cNvCxnSpPr>
            <a:cxnSpLocks/>
          </p:cNvCxnSpPr>
          <p:nvPr/>
        </p:nvCxnSpPr>
        <p:spPr>
          <a:xfrm>
            <a:off x="1920802" y="5966582"/>
            <a:ext cx="26620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3209562-8FA9-4219-3D96-210AF78EC251}"/>
              </a:ext>
            </a:extLst>
          </p:cNvPr>
          <p:cNvSpPr txBox="1"/>
          <p:nvPr/>
        </p:nvSpPr>
        <p:spPr>
          <a:xfrm>
            <a:off x="2009469" y="6038383"/>
            <a:ext cx="9311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To do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이동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0" name="그래픽 49" descr="오른쪽 캐럿 윤곽선">
            <a:extLst>
              <a:ext uri="{FF2B5EF4-FFF2-40B4-BE49-F238E27FC236}">
                <a16:creationId xmlns:a16="http://schemas.microsoft.com/office/drawing/2014/main" id="{B966EF97-DEE9-2550-1C04-F5213EEC1C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56223" y="6004469"/>
            <a:ext cx="314239" cy="314239"/>
          </a:xfrm>
          <a:prstGeom prst="rect">
            <a:avLst/>
          </a:prstGeom>
        </p:spPr>
      </p:pic>
      <p:pic>
        <p:nvPicPr>
          <p:cNvPr id="51" name="그래픽 50" descr="오른쪽 캐럿 윤곽선">
            <a:extLst>
              <a:ext uri="{FF2B5EF4-FFF2-40B4-BE49-F238E27FC236}">
                <a16:creationId xmlns:a16="http://schemas.microsoft.com/office/drawing/2014/main" id="{631DFA7F-F7C9-F3F5-510E-480CE175F6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3773056" y="6004468"/>
            <a:ext cx="314239" cy="314239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AC2B49FB-F402-94F8-0B4B-EA2A5DA50D8F}"/>
              </a:ext>
            </a:extLst>
          </p:cNvPr>
          <p:cNvSpPr txBox="1"/>
          <p:nvPr/>
        </p:nvSpPr>
        <p:spPr>
          <a:xfrm>
            <a:off x="2085414" y="4288930"/>
            <a:ext cx="2047328" cy="755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Time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체크아웃 종료 후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Place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객실등록 페이지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Occasion : VIP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객실 선배정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CACF87-D15F-63AA-C526-1F0A6E49FEE8}"/>
              </a:ext>
            </a:extLst>
          </p:cNvPr>
          <p:cNvSpPr txBox="1"/>
          <p:nvPr/>
        </p:nvSpPr>
        <p:spPr>
          <a:xfrm>
            <a:off x="2085414" y="5034480"/>
            <a:ext cx="2047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인스펙 완료 객실에 선배정 하고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선배정표 기록해 주세요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</a:p>
        </p:txBody>
      </p:sp>
      <p:pic>
        <p:nvPicPr>
          <p:cNvPr id="56" name="그래픽 55" descr="시계 윤곽선">
            <a:extLst>
              <a:ext uri="{FF2B5EF4-FFF2-40B4-BE49-F238E27FC236}">
                <a16:creationId xmlns:a16="http://schemas.microsoft.com/office/drawing/2014/main" id="{89671087-2AE3-1083-DD65-914D06109AA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39597" y="5387685"/>
            <a:ext cx="230832" cy="23083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06CF423-B3B8-DC5A-CA6F-6FD9C1A39A81}"/>
              </a:ext>
            </a:extLst>
          </p:cNvPr>
          <p:cNvSpPr txBox="1"/>
          <p:nvPr/>
        </p:nvSpPr>
        <p:spPr>
          <a:xfrm>
            <a:off x="2328595" y="5387685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2025.00.00 </a:t>
            </a:r>
          </a:p>
        </p:txBody>
      </p:sp>
      <p:pic>
        <p:nvPicPr>
          <p:cNvPr id="59" name="그래픽 58" descr="카메라 윤곽선">
            <a:extLst>
              <a:ext uri="{FF2B5EF4-FFF2-40B4-BE49-F238E27FC236}">
                <a16:creationId xmlns:a16="http://schemas.microsoft.com/office/drawing/2014/main" id="{BBC21D24-60F6-494F-159D-B2DA1B72997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4181274" y="5079003"/>
            <a:ext cx="273991" cy="273991"/>
          </a:xfrm>
          <a:prstGeom prst="rect">
            <a:avLst/>
          </a:prstGeom>
        </p:spPr>
      </p:pic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BCE96A0-C586-BDBC-9034-B82C63860E87}"/>
              </a:ext>
            </a:extLst>
          </p:cNvPr>
          <p:cNvSpPr/>
          <p:nvPr/>
        </p:nvSpPr>
        <p:spPr>
          <a:xfrm>
            <a:off x="2207947" y="5688181"/>
            <a:ext cx="447205" cy="17669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CD45BD22-5FB0-9530-4815-50DFAD712C33}"/>
              </a:ext>
            </a:extLst>
          </p:cNvPr>
          <p:cNvSpPr/>
          <p:nvPr/>
        </p:nvSpPr>
        <p:spPr>
          <a:xfrm>
            <a:off x="2713753" y="5684404"/>
            <a:ext cx="447205" cy="1766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736D4FCF-95C4-9186-AA1F-17FC623050B2}"/>
              </a:ext>
            </a:extLst>
          </p:cNvPr>
          <p:cNvSpPr/>
          <p:nvPr/>
        </p:nvSpPr>
        <p:spPr>
          <a:xfrm>
            <a:off x="3219559" y="5686890"/>
            <a:ext cx="447205" cy="1766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20572C-6306-E53B-A445-9E60946C3A31}"/>
              </a:ext>
            </a:extLst>
          </p:cNvPr>
          <p:cNvSpPr txBox="1"/>
          <p:nvPr/>
        </p:nvSpPr>
        <p:spPr>
          <a:xfrm>
            <a:off x="2085414" y="5678583"/>
            <a:ext cx="686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이해완료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E8DCAD-0093-DC37-9A6F-303A35C4ACF2}"/>
              </a:ext>
            </a:extLst>
          </p:cNvPr>
          <p:cNvSpPr txBox="1"/>
          <p:nvPr/>
        </p:nvSpPr>
        <p:spPr>
          <a:xfrm>
            <a:off x="2596686" y="5672468"/>
            <a:ext cx="686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모호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0F17F0-04C2-B30C-9467-08FDB88E779E}"/>
              </a:ext>
            </a:extLst>
          </p:cNvPr>
          <p:cNvSpPr txBox="1"/>
          <p:nvPr/>
        </p:nvSpPr>
        <p:spPr>
          <a:xfrm>
            <a:off x="3107958" y="5674129"/>
            <a:ext cx="686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이해불가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57DDCFAF-EBE5-517E-CC10-C0C9C45BD814}"/>
              </a:ext>
            </a:extLst>
          </p:cNvPr>
          <p:cNvSpPr/>
          <p:nvPr/>
        </p:nvSpPr>
        <p:spPr>
          <a:xfrm>
            <a:off x="5367500" y="4249988"/>
            <a:ext cx="2662057" cy="21320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40DF404-FDB7-F471-C26C-C0DFBE442FCF}"/>
              </a:ext>
            </a:extLst>
          </p:cNvPr>
          <p:cNvSpPr txBox="1"/>
          <p:nvPr/>
        </p:nvSpPr>
        <p:spPr>
          <a:xfrm>
            <a:off x="5646071" y="4764765"/>
            <a:ext cx="2888265" cy="107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근속 기간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4.5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개월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이행근거 요구 건 수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건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미준수 건 수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건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 준수율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85.7%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78926748-BC0D-F8E7-35BE-2CA84B54AEE6}"/>
              </a:ext>
            </a:extLst>
          </p:cNvPr>
          <p:cNvSpPr/>
          <p:nvPr/>
        </p:nvSpPr>
        <p:spPr>
          <a:xfrm>
            <a:off x="8837048" y="4249723"/>
            <a:ext cx="2662057" cy="21320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9DD7381C-BFBC-411D-4348-A2F306D51DB9}"/>
              </a:ext>
            </a:extLst>
          </p:cNvPr>
          <p:cNvCxnSpPr>
            <a:cxnSpLocks/>
          </p:cNvCxnSpPr>
          <p:nvPr/>
        </p:nvCxnSpPr>
        <p:spPr>
          <a:xfrm>
            <a:off x="8830785" y="5997632"/>
            <a:ext cx="26620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0D831892-0972-DC06-2DD8-A4EA41198743}"/>
              </a:ext>
            </a:extLst>
          </p:cNvPr>
          <p:cNvSpPr txBox="1"/>
          <p:nvPr/>
        </p:nvSpPr>
        <p:spPr>
          <a:xfrm>
            <a:off x="8925715" y="6075696"/>
            <a:ext cx="9311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피드백 이동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D25C4C0F-3660-345E-B3A9-34EBB30CA404}"/>
              </a:ext>
            </a:extLst>
          </p:cNvPr>
          <p:cNvSpPr/>
          <p:nvPr/>
        </p:nvSpPr>
        <p:spPr>
          <a:xfrm>
            <a:off x="9144936" y="1508475"/>
            <a:ext cx="890019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4" name="그래픽 83" descr="아래쪽 캐럿 윤곽선">
            <a:extLst>
              <a:ext uri="{FF2B5EF4-FFF2-40B4-BE49-F238E27FC236}">
                <a16:creationId xmlns:a16="http://schemas.microsoft.com/office/drawing/2014/main" id="{2F95F1DB-99B2-F4E7-8402-3EBD814D955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92197" y="1525697"/>
            <a:ext cx="186651" cy="251137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3060B344-0F98-23DD-E4DF-5C72251C36B7}"/>
              </a:ext>
            </a:extLst>
          </p:cNvPr>
          <p:cNvSpPr txBox="1"/>
          <p:nvPr/>
        </p:nvSpPr>
        <p:spPr>
          <a:xfrm>
            <a:off x="9169988" y="1544749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기간 설정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A32D8DBC-57A2-F34F-263B-4C702730E3E2}"/>
              </a:ext>
            </a:extLst>
          </p:cNvPr>
          <p:cNvSpPr/>
          <p:nvPr/>
        </p:nvSpPr>
        <p:spPr>
          <a:xfrm>
            <a:off x="10200081" y="1508475"/>
            <a:ext cx="556373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B3053EE5-0C06-B7FE-B119-E1489ABBFB17}"/>
              </a:ext>
            </a:extLst>
          </p:cNvPr>
          <p:cNvSpPr/>
          <p:nvPr/>
        </p:nvSpPr>
        <p:spPr>
          <a:xfrm>
            <a:off x="10937000" y="1508475"/>
            <a:ext cx="556373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8E4BEB0-6929-F4F2-1219-72EB4E6D8B75}"/>
              </a:ext>
            </a:extLst>
          </p:cNvPr>
          <p:cNvSpPr txBox="1"/>
          <p:nvPr/>
        </p:nvSpPr>
        <p:spPr>
          <a:xfrm>
            <a:off x="10707263" y="1499835"/>
            <a:ext cx="169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~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9" name="그래픽 88" descr="일일 일정표 윤곽선">
            <a:extLst>
              <a:ext uri="{FF2B5EF4-FFF2-40B4-BE49-F238E27FC236}">
                <a16:creationId xmlns:a16="http://schemas.microsoft.com/office/drawing/2014/main" id="{C888D4B4-C77E-C61F-628C-6703F157464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454715" y="1499383"/>
            <a:ext cx="279034" cy="279034"/>
          </a:xfrm>
          <a:prstGeom prst="rect">
            <a:avLst/>
          </a:prstGeom>
        </p:spPr>
      </p:pic>
      <p:pic>
        <p:nvPicPr>
          <p:cNvPr id="90" name="그래픽 89" descr="일일 일정표 윤곽선">
            <a:extLst>
              <a:ext uri="{FF2B5EF4-FFF2-40B4-BE49-F238E27FC236}">
                <a16:creationId xmlns:a16="http://schemas.microsoft.com/office/drawing/2014/main" id="{30823169-447B-0435-442A-C98DBEE6DCD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185235" y="1500277"/>
            <a:ext cx="279034" cy="279034"/>
          </a:xfrm>
          <a:prstGeom prst="rect">
            <a:avLst/>
          </a:prstGeom>
        </p:spPr>
      </p:pic>
      <p:pic>
        <p:nvPicPr>
          <p:cNvPr id="91" name="그림 90" descr="고기, 음식, 적색육, 실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1E86A51-E143-3179-37BC-7858DE62D32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5487" y="4386711"/>
            <a:ext cx="596433" cy="584774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1B65B107-F9E7-FE44-EC44-DFF1448EC82A}"/>
              </a:ext>
            </a:extLst>
          </p:cNvPr>
          <p:cNvSpPr txBox="1"/>
          <p:nvPr/>
        </p:nvSpPr>
        <p:spPr>
          <a:xfrm>
            <a:off x="9298933" y="4529121"/>
            <a:ext cx="22381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식재료 보관 상태 불량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274483A-F4A4-623F-3D47-8CC74A0F1A16}"/>
              </a:ext>
            </a:extLst>
          </p:cNvPr>
          <p:cNvSpPr txBox="1"/>
          <p:nvPr/>
        </p:nvSpPr>
        <p:spPr>
          <a:xfrm>
            <a:off x="8970347" y="5003231"/>
            <a:ext cx="28100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피드백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식재료를 소분하고 날짜 스티커를 부착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하지 않으면 보존기간을 확인 할 수 없습니다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보존기간이 확인 되지 않으면 식재료를 폐기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하여야 하며 식품 위생 점검 지적사항 입니다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8" name="그래픽 97" descr="오른쪽 캐럿 윤곽선">
            <a:extLst>
              <a:ext uri="{FF2B5EF4-FFF2-40B4-BE49-F238E27FC236}">
                <a16:creationId xmlns:a16="http://schemas.microsoft.com/office/drawing/2014/main" id="{E53324ED-E681-03B3-BE1D-B32314A5B47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93971" y="6021011"/>
            <a:ext cx="314239" cy="314239"/>
          </a:xfrm>
          <a:prstGeom prst="rect">
            <a:avLst/>
          </a:prstGeom>
        </p:spPr>
      </p:pic>
      <p:pic>
        <p:nvPicPr>
          <p:cNvPr id="99" name="그래픽 98" descr="오른쪽 캐럿 윤곽선">
            <a:extLst>
              <a:ext uri="{FF2B5EF4-FFF2-40B4-BE49-F238E27FC236}">
                <a16:creationId xmlns:a16="http://schemas.microsoft.com/office/drawing/2014/main" id="{3F1E2EE9-ED62-10A2-F8E9-DCC20C17CC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10710804" y="6021010"/>
            <a:ext cx="314239" cy="314239"/>
          </a:xfrm>
          <a:prstGeom prst="rect">
            <a:avLst/>
          </a:prstGeom>
        </p:spPr>
      </p:pic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DA952967-E20B-2F66-1003-754F40468FDA}"/>
              </a:ext>
            </a:extLst>
          </p:cNvPr>
          <p:cNvSpPr/>
          <p:nvPr/>
        </p:nvSpPr>
        <p:spPr>
          <a:xfrm>
            <a:off x="9045487" y="5667145"/>
            <a:ext cx="447205" cy="17669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0C75AFA5-57A9-86F0-90D1-6050250C79CE}"/>
              </a:ext>
            </a:extLst>
          </p:cNvPr>
          <p:cNvSpPr/>
          <p:nvPr/>
        </p:nvSpPr>
        <p:spPr>
          <a:xfrm>
            <a:off x="9551293" y="5663368"/>
            <a:ext cx="447205" cy="1766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4C1A7FBC-2304-CF4D-9C87-E28EEECE2112}"/>
              </a:ext>
            </a:extLst>
          </p:cNvPr>
          <p:cNvSpPr/>
          <p:nvPr/>
        </p:nvSpPr>
        <p:spPr>
          <a:xfrm>
            <a:off x="10057099" y="5665854"/>
            <a:ext cx="447205" cy="1766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2E2C599-4BB3-3A75-2CD1-B375B192D6E3}"/>
              </a:ext>
            </a:extLst>
          </p:cNvPr>
          <p:cNvSpPr txBox="1"/>
          <p:nvPr/>
        </p:nvSpPr>
        <p:spPr>
          <a:xfrm>
            <a:off x="8922954" y="5657547"/>
            <a:ext cx="686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만족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2E5D474-B0E2-7C3B-1F8E-1A2555A20C0D}"/>
              </a:ext>
            </a:extLst>
          </p:cNvPr>
          <p:cNvSpPr txBox="1"/>
          <p:nvPr/>
        </p:nvSpPr>
        <p:spPr>
          <a:xfrm>
            <a:off x="9434226" y="5651432"/>
            <a:ext cx="686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보통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F0229D7-1732-8361-B765-2444B608A65E}"/>
              </a:ext>
            </a:extLst>
          </p:cNvPr>
          <p:cNvSpPr txBox="1"/>
          <p:nvPr/>
        </p:nvSpPr>
        <p:spPr>
          <a:xfrm>
            <a:off x="9930002" y="5657835"/>
            <a:ext cx="686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불만족</a:t>
            </a: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E448C2-66AC-EBE8-5E3D-02E3A310A11F}"/>
              </a:ext>
            </a:extLst>
          </p:cNvPr>
          <p:cNvSpPr txBox="1"/>
          <p:nvPr/>
        </p:nvSpPr>
        <p:spPr>
          <a:xfrm>
            <a:off x="5657478" y="4417171"/>
            <a:ext cx="2238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식음팀 조리 홍길동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811FBB75-936B-81EB-9687-7A443AA07801}"/>
              </a:ext>
            </a:extLst>
          </p:cNvPr>
          <p:cNvGrpSpPr/>
          <p:nvPr/>
        </p:nvGrpSpPr>
        <p:grpSpPr>
          <a:xfrm>
            <a:off x="5638406" y="4350997"/>
            <a:ext cx="403316" cy="397243"/>
            <a:chOff x="2475305" y="2790893"/>
            <a:chExt cx="457200" cy="457200"/>
          </a:xfrm>
        </p:grpSpPr>
        <p:sp>
          <p:nvSpPr>
            <p:cNvPr id="81" name="순서도: 연결자 80">
              <a:extLst>
                <a:ext uri="{FF2B5EF4-FFF2-40B4-BE49-F238E27FC236}">
                  <a16:creationId xmlns:a16="http://schemas.microsoft.com/office/drawing/2014/main" id="{7AE6DB71-4434-F230-0697-4E1C489D4FD4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82" name="그래픽 81" descr="남자 옆모습 윤곽선">
              <a:extLst>
                <a:ext uri="{FF2B5EF4-FFF2-40B4-BE49-F238E27FC236}">
                  <a16:creationId xmlns:a16="http://schemas.microsoft.com/office/drawing/2014/main" id="{A32494ED-04D0-0864-6FCE-A413F1A78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sp>
        <p:nvSpPr>
          <p:cNvPr id="92" name="순서도: 수행의 시작/종료 91">
            <a:extLst>
              <a:ext uri="{FF2B5EF4-FFF2-40B4-BE49-F238E27FC236}">
                <a16:creationId xmlns:a16="http://schemas.microsoft.com/office/drawing/2014/main" id="{A23876EE-2960-AA81-36BC-52F6897E403F}"/>
              </a:ext>
            </a:extLst>
          </p:cNvPr>
          <p:cNvSpPr/>
          <p:nvPr/>
        </p:nvSpPr>
        <p:spPr>
          <a:xfrm>
            <a:off x="3755075" y="5665985"/>
            <a:ext cx="574144" cy="213479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보내기</a:t>
            </a:r>
          </a:p>
        </p:txBody>
      </p:sp>
      <p:sp>
        <p:nvSpPr>
          <p:cNvPr id="93" name="순서도: 수행의 시작/종료 92">
            <a:extLst>
              <a:ext uri="{FF2B5EF4-FFF2-40B4-BE49-F238E27FC236}">
                <a16:creationId xmlns:a16="http://schemas.microsoft.com/office/drawing/2014/main" id="{87ECB83F-C8A2-F641-56EC-535245960C28}"/>
              </a:ext>
            </a:extLst>
          </p:cNvPr>
          <p:cNvSpPr/>
          <p:nvPr/>
        </p:nvSpPr>
        <p:spPr>
          <a:xfrm>
            <a:off x="10589292" y="5646564"/>
            <a:ext cx="574144" cy="213479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보내기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5CA18-CE15-63F2-AA49-B18A3A230483}"/>
              </a:ext>
            </a:extLst>
          </p:cNvPr>
          <p:cNvSpPr txBox="1"/>
          <p:nvPr/>
        </p:nvSpPr>
        <p:spPr>
          <a:xfrm>
            <a:off x="4114520" y="4186339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AFC088-1792-57C3-B5EF-D0E2D44428E1}"/>
              </a:ext>
            </a:extLst>
          </p:cNvPr>
          <p:cNvSpPr txBox="1"/>
          <p:nvPr/>
        </p:nvSpPr>
        <p:spPr>
          <a:xfrm>
            <a:off x="11025043" y="4190065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18B1750D-B71C-5D95-658C-400BF7CEC1C0}"/>
              </a:ext>
            </a:extLst>
          </p:cNvPr>
          <p:cNvCxnSpPr>
            <a:cxnSpLocks/>
          </p:cNvCxnSpPr>
          <p:nvPr/>
        </p:nvCxnSpPr>
        <p:spPr>
          <a:xfrm>
            <a:off x="5376400" y="5994888"/>
            <a:ext cx="26620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A1EE969-76BF-256F-590E-C4F4D19F05AA}"/>
              </a:ext>
            </a:extLst>
          </p:cNvPr>
          <p:cNvSpPr txBox="1"/>
          <p:nvPr/>
        </p:nvSpPr>
        <p:spPr>
          <a:xfrm>
            <a:off x="5471330" y="6072952"/>
            <a:ext cx="9311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 이동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9" name="그래픽 68" descr="오른쪽 캐럿 윤곽선">
            <a:extLst>
              <a:ext uri="{FF2B5EF4-FFF2-40B4-BE49-F238E27FC236}">
                <a16:creationId xmlns:a16="http://schemas.microsoft.com/office/drawing/2014/main" id="{9182F73C-ADC5-8619-7F47-015AF0D5DA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93722" y="6007076"/>
            <a:ext cx="314239" cy="314239"/>
          </a:xfrm>
          <a:prstGeom prst="rect">
            <a:avLst/>
          </a:prstGeom>
        </p:spPr>
      </p:pic>
      <p:pic>
        <p:nvPicPr>
          <p:cNvPr id="70" name="그래픽 69" descr="오른쪽 캐럿 윤곽선">
            <a:extLst>
              <a:ext uri="{FF2B5EF4-FFF2-40B4-BE49-F238E27FC236}">
                <a16:creationId xmlns:a16="http://schemas.microsoft.com/office/drawing/2014/main" id="{CDFB74F6-9A7A-9B46-74EC-56BF455E42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7210555" y="6007075"/>
            <a:ext cx="314239" cy="314239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35A560AF-2838-1409-3D4A-76307564B61F}"/>
              </a:ext>
            </a:extLst>
          </p:cNvPr>
          <p:cNvSpPr txBox="1"/>
          <p:nvPr/>
        </p:nvSpPr>
        <p:spPr>
          <a:xfrm>
            <a:off x="482604" y="2688396"/>
            <a:ext cx="9111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업무수행 보드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76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FCEC4A-568E-052A-CBA4-E1969FF0AAE2}"/>
              </a:ext>
            </a:extLst>
          </p:cNvPr>
          <p:cNvSpPr txBox="1"/>
          <p:nvPr/>
        </p:nvSpPr>
        <p:spPr>
          <a:xfrm>
            <a:off x="1228735" y="1723958"/>
            <a:ext cx="9734530" cy="3619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PDCA</a:t>
            </a:r>
            <a:r>
              <a:rPr kumimoji="0" lang="ko-KR" altLang="en-US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kumimoji="0" lang="en-US" altLang="ko-KR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Cycle </a:t>
            </a:r>
            <a:r>
              <a:rPr kumimoji="0" lang="ko-KR" altLang="en-US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사용자</a:t>
            </a:r>
            <a:r>
              <a:rPr kumimoji="0" lang="en-US" altLang="ko-KR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(*</a:t>
            </a:r>
            <a:r>
              <a:rPr lang="ko-KR" altLang="en-US" b="1" spc="-3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책임</a:t>
            </a:r>
            <a:r>
              <a:rPr kumimoji="0" lang="ko-KR" altLang="en-US" sz="1800" b="1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자</a:t>
            </a:r>
            <a:r>
              <a:rPr kumimoji="0" lang="en-US" altLang="ko-KR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kumimoji="0" lang="ko-KR" altLang="en-US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정보 흐름도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1D5D65-ED16-096F-9BD8-1CE19659EFD0}"/>
              </a:ext>
            </a:extLst>
          </p:cNvPr>
          <p:cNvSpPr/>
          <p:nvPr/>
        </p:nvSpPr>
        <p:spPr>
          <a:xfrm>
            <a:off x="4945185" y="2787558"/>
            <a:ext cx="2301630" cy="27571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Check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A718417-CC52-E417-76FB-E33C3A1C6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236373"/>
              </p:ext>
            </p:extLst>
          </p:nvPr>
        </p:nvGraphicFramePr>
        <p:xfrm>
          <a:off x="4945185" y="3113845"/>
          <a:ext cx="2301630" cy="2015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1630">
                  <a:extLst>
                    <a:ext uri="{9D8B030D-6E8A-4147-A177-3AD203B41FA5}">
                      <a16:colId xmlns:a16="http://schemas.microsoft.com/office/drawing/2014/main" val="97810552"/>
                    </a:ext>
                  </a:extLst>
                </a:gridCol>
              </a:tblGrid>
              <a:tr h="403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조치계획 검증 보드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3169056"/>
                  </a:ext>
                </a:extLst>
              </a:tr>
              <a:tr h="403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조치대기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05413"/>
                  </a:ext>
                </a:extLst>
              </a:tr>
              <a:tr h="403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조치여부 체크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670991"/>
                  </a:ext>
                </a:extLst>
              </a:tr>
              <a:tr h="403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조치 완료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리드타임 자동 기록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5361986"/>
                  </a:ext>
                </a:extLst>
              </a:tr>
              <a:tr h="403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조치방법 공유 여부 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311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298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41940FD5-F18B-A231-61B9-9B6CC064B5FD}"/>
              </a:ext>
            </a:extLst>
          </p:cNvPr>
          <p:cNvSpPr/>
          <p:nvPr/>
        </p:nvSpPr>
        <p:spPr>
          <a:xfrm>
            <a:off x="430661" y="1057690"/>
            <a:ext cx="11330677" cy="56746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E8EDCA-093C-1ECD-0594-5BEAB70CAF0F}"/>
              </a:ext>
            </a:extLst>
          </p:cNvPr>
          <p:cNvSpPr txBox="1"/>
          <p:nvPr/>
        </p:nvSpPr>
        <p:spPr>
          <a:xfrm>
            <a:off x="330521" y="1141461"/>
            <a:ext cx="1278675" cy="39288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ctr" defTabSz="9127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CS MAC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023D742-C6EA-9042-CFB8-2474D2842453}"/>
              </a:ext>
            </a:extLst>
          </p:cNvPr>
          <p:cNvGrpSpPr/>
          <p:nvPr/>
        </p:nvGrpSpPr>
        <p:grpSpPr>
          <a:xfrm>
            <a:off x="548418" y="1699255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6DFD239-F037-CF25-4835-48A1794596C6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" name="그래픽 10" descr="아래쪽 캐럿 윤곽선">
              <a:extLst>
                <a:ext uri="{FF2B5EF4-FFF2-40B4-BE49-F238E27FC236}">
                  <a16:creationId xmlns:a16="http://schemas.microsoft.com/office/drawing/2014/main" id="{E21F420D-F270-81E7-5D30-075137D3A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6CE312A-1DB0-AFA7-4B42-E74A542FE99C}"/>
              </a:ext>
            </a:extLst>
          </p:cNvPr>
          <p:cNvCxnSpPr>
            <a:cxnSpLocks/>
          </p:cNvCxnSpPr>
          <p:nvPr/>
        </p:nvCxnSpPr>
        <p:spPr>
          <a:xfrm>
            <a:off x="1659097" y="1331371"/>
            <a:ext cx="0" cy="5053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0222AD3-B036-12F3-C382-5AD9BB0F63F1}"/>
              </a:ext>
            </a:extLst>
          </p:cNvPr>
          <p:cNvGrpSpPr/>
          <p:nvPr/>
        </p:nvGrpSpPr>
        <p:grpSpPr>
          <a:xfrm>
            <a:off x="548418" y="2187387"/>
            <a:ext cx="1029308" cy="300624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8388C884-124D-AC1B-CF94-6750E7FC63D9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5" name="그래픽 14" descr="아래쪽 캐럿 윤곽선">
              <a:extLst>
                <a:ext uri="{FF2B5EF4-FFF2-40B4-BE49-F238E27FC236}">
                  <a16:creationId xmlns:a16="http://schemas.microsoft.com/office/drawing/2014/main" id="{250C088D-0D4C-4CB0-CA0C-E41AFFCFB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D26AC38-8632-6672-B652-59EDDC753997}"/>
              </a:ext>
            </a:extLst>
          </p:cNvPr>
          <p:cNvSpPr txBox="1"/>
          <p:nvPr/>
        </p:nvSpPr>
        <p:spPr>
          <a:xfrm>
            <a:off x="414164" y="2198726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Check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1" name="그래픽 20" descr="아래쪽 캐럿 윤곽선">
            <a:extLst>
              <a:ext uri="{FF2B5EF4-FFF2-40B4-BE49-F238E27FC236}">
                <a16:creationId xmlns:a16="http://schemas.microsoft.com/office/drawing/2014/main" id="{70E5B6EB-2E03-86F6-920D-94FFF67BC9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3150" y="1718971"/>
            <a:ext cx="243591" cy="278703"/>
          </a:xfrm>
          <a:prstGeom prst="rect">
            <a:avLst/>
          </a:prstGeom>
        </p:spPr>
      </p:pic>
      <p:sp>
        <p:nvSpPr>
          <p:cNvPr id="22" name="순서도: 연결자 21">
            <a:extLst>
              <a:ext uri="{FF2B5EF4-FFF2-40B4-BE49-F238E27FC236}">
                <a16:creationId xmlns:a16="http://schemas.microsoft.com/office/drawing/2014/main" id="{CDBED60A-A5FA-B6A1-5BEF-818D337C7E30}"/>
              </a:ext>
            </a:extLst>
          </p:cNvPr>
          <p:cNvSpPr/>
          <p:nvPr/>
        </p:nvSpPr>
        <p:spPr>
          <a:xfrm>
            <a:off x="629837" y="2284166"/>
            <a:ext cx="94220" cy="103181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3FA174-AB3A-B39B-98DA-5D1B13827CC7}"/>
              </a:ext>
            </a:extLst>
          </p:cNvPr>
          <p:cNvSpPr txBox="1"/>
          <p:nvPr/>
        </p:nvSpPr>
        <p:spPr>
          <a:xfrm>
            <a:off x="279847" y="1727425"/>
            <a:ext cx="1113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PDCA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844A30A-2B59-9E9E-8835-474BD4E0058C}"/>
              </a:ext>
            </a:extLst>
          </p:cNvPr>
          <p:cNvSpPr/>
          <p:nvPr/>
        </p:nvSpPr>
        <p:spPr>
          <a:xfrm>
            <a:off x="1759305" y="1384127"/>
            <a:ext cx="2091846" cy="13554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7CF6C-F058-3FE1-C874-2BCE870C5478}"/>
              </a:ext>
            </a:extLst>
          </p:cNvPr>
          <p:cNvSpPr txBox="1"/>
          <p:nvPr/>
        </p:nvSpPr>
        <p:spPr>
          <a:xfrm>
            <a:off x="1738871" y="1694970"/>
            <a:ext cx="1113932" cy="656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조치계획 요구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12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CEBEA6-9F48-6A5B-0A2D-7B8E714493C9}"/>
              </a:ext>
            </a:extLst>
          </p:cNvPr>
          <p:cNvSpPr txBox="1"/>
          <p:nvPr/>
        </p:nvSpPr>
        <p:spPr>
          <a:xfrm>
            <a:off x="2737219" y="1703951"/>
            <a:ext cx="1113932" cy="656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조치계획 응답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9AC0540-B2D6-D995-E5EF-56AA1811C21D}"/>
              </a:ext>
            </a:extLst>
          </p:cNvPr>
          <p:cNvCxnSpPr>
            <a:cxnSpLocks/>
          </p:cNvCxnSpPr>
          <p:nvPr/>
        </p:nvCxnSpPr>
        <p:spPr>
          <a:xfrm>
            <a:off x="2787323" y="1727425"/>
            <a:ext cx="0" cy="6239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A1A329C-EBC4-61AC-D618-564084956E40}"/>
              </a:ext>
            </a:extLst>
          </p:cNvPr>
          <p:cNvSpPr/>
          <p:nvPr/>
        </p:nvSpPr>
        <p:spPr>
          <a:xfrm>
            <a:off x="1773394" y="2809879"/>
            <a:ext cx="2091840" cy="3006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2" name="그래픽 31" descr="아래쪽 캐럿 윤곽선">
            <a:extLst>
              <a:ext uri="{FF2B5EF4-FFF2-40B4-BE49-F238E27FC236}">
                <a16:creationId xmlns:a16="http://schemas.microsoft.com/office/drawing/2014/main" id="{7373AC04-65DA-91C6-DB1A-DF92A15BD5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65486" y="2834237"/>
            <a:ext cx="243591" cy="27870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459E313-B96A-CEE5-F176-E573CD3E847B}"/>
              </a:ext>
            </a:extLst>
          </p:cNvPr>
          <p:cNvSpPr txBox="1"/>
          <p:nvPr/>
        </p:nvSpPr>
        <p:spPr>
          <a:xfrm>
            <a:off x="1965675" y="2821511"/>
            <a:ext cx="1547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응답 대기중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59ACB8E-FB21-F05F-F974-74E7A1180665}"/>
              </a:ext>
            </a:extLst>
          </p:cNvPr>
          <p:cNvSpPr/>
          <p:nvPr/>
        </p:nvSpPr>
        <p:spPr>
          <a:xfrm>
            <a:off x="2099575" y="3235780"/>
            <a:ext cx="1751573" cy="76076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6DA234-F0B1-169D-5AC2-5047DEACB48F}"/>
              </a:ext>
            </a:extLst>
          </p:cNvPr>
          <p:cNvSpPr txBox="1"/>
          <p:nvPr/>
        </p:nvSpPr>
        <p:spPr>
          <a:xfrm>
            <a:off x="2147850" y="3232101"/>
            <a:ext cx="1626454" cy="680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객실팀장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객실 고장 방치 상태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조치여부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D08D30F-9B4F-6B33-8933-C38FFF78ADFE}"/>
              </a:ext>
            </a:extLst>
          </p:cNvPr>
          <p:cNvGrpSpPr/>
          <p:nvPr/>
        </p:nvGrpSpPr>
        <p:grpSpPr>
          <a:xfrm>
            <a:off x="3316613" y="3331433"/>
            <a:ext cx="457200" cy="457200"/>
            <a:chOff x="2475305" y="2790893"/>
            <a:chExt cx="457200" cy="457200"/>
          </a:xfrm>
        </p:grpSpPr>
        <p:sp>
          <p:nvSpPr>
            <p:cNvPr id="37" name="순서도: 연결자 36">
              <a:extLst>
                <a:ext uri="{FF2B5EF4-FFF2-40B4-BE49-F238E27FC236}">
                  <a16:creationId xmlns:a16="http://schemas.microsoft.com/office/drawing/2014/main" id="{3A3019DD-E604-390E-A51F-D6C00854B34A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8" name="그래픽 37" descr="남자 옆모습 윤곽선">
              <a:extLst>
                <a:ext uri="{FF2B5EF4-FFF2-40B4-BE49-F238E27FC236}">
                  <a16:creationId xmlns:a16="http://schemas.microsoft.com/office/drawing/2014/main" id="{D0176E92-AAA0-0608-260A-C799E64DE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6E85EB5-03F5-CFFF-8DEA-B3B70259B188}"/>
              </a:ext>
            </a:extLst>
          </p:cNvPr>
          <p:cNvSpPr/>
          <p:nvPr/>
        </p:nvSpPr>
        <p:spPr>
          <a:xfrm>
            <a:off x="1786077" y="3469710"/>
            <a:ext cx="231729" cy="22158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3F748DCE-BBC9-8FFE-B647-B93E36D8CAFE}"/>
              </a:ext>
            </a:extLst>
          </p:cNvPr>
          <p:cNvSpPr/>
          <p:nvPr/>
        </p:nvSpPr>
        <p:spPr>
          <a:xfrm>
            <a:off x="2085291" y="4070052"/>
            <a:ext cx="1751573" cy="9110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D3E359C-EA82-0EDA-ACF5-93E9F7415B5D}"/>
              </a:ext>
            </a:extLst>
          </p:cNvPr>
          <p:cNvSpPr/>
          <p:nvPr/>
        </p:nvSpPr>
        <p:spPr>
          <a:xfrm>
            <a:off x="1771793" y="4404190"/>
            <a:ext cx="231729" cy="22158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B7A7B37-7665-8BA5-5989-3E81EBC3B364}"/>
              </a:ext>
            </a:extLst>
          </p:cNvPr>
          <p:cNvSpPr/>
          <p:nvPr/>
        </p:nvSpPr>
        <p:spPr>
          <a:xfrm>
            <a:off x="2077270" y="5029584"/>
            <a:ext cx="1751573" cy="9110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9A0D211-E878-C534-9C30-E342575D8595}"/>
              </a:ext>
            </a:extLst>
          </p:cNvPr>
          <p:cNvSpPr/>
          <p:nvPr/>
        </p:nvSpPr>
        <p:spPr>
          <a:xfrm>
            <a:off x="1763772" y="5326144"/>
            <a:ext cx="231729" cy="22158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9E8E4A-051D-75DE-C7D3-658065991DE3}"/>
              </a:ext>
            </a:extLst>
          </p:cNvPr>
          <p:cNvSpPr txBox="1"/>
          <p:nvPr/>
        </p:nvSpPr>
        <p:spPr>
          <a:xfrm>
            <a:off x="2110910" y="4127105"/>
            <a:ext cx="1626454" cy="680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식음팀장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뷔페 주방 바닥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오염 상태 조치여부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CF0D552-70AA-011D-3F5C-B022845546A9}"/>
              </a:ext>
            </a:extLst>
          </p:cNvPr>
          <p:cNvGrpSpPr/>
          <p:nvPr/>
        </p:nvGrpSpPr>
        <p:grpSpPr>
          <a:xfrm>
            <a:off x="3311208" y="4190608"/>
            <a:ext cx="457200" cy="457200"/>
            <a:chOff x="2475305" y="2790893"/>
            <a:chExt cx="457200" cy="457200"/>
          </a:xfrm>
        </p:grpSpPr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A81F76F1-87BC-8363-AC34-5166F1BED211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7" name="그래픽 46" descr="남자 옆모습 윤곽선">
              <a:extLst>
                <a:ext uri="{FF2B5EF4-FFF2-40B4-BE49-F238E27FC236}">
                  <a16:creationId xmlns:a16="http://schemas.microsoft.com/office/drawing/2014/main" id="{297D8DD6-35FC-5883-AC91-AAB66ACF5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AED44DC-3F8B-648F-B692-56237859D082}"/>
              </a:ext>
            </a:extLst>
          </p:cNvPr>
          <p:cNvGrpSpPr/>
          <p:nvPr/>
        </p:nvGrpSpPr>
        <p:grpSpPr>
          <a:xfrm>
            <a:off x="3302370" y="5095653"/>
            <a:ext cx="457200" cy="457200"/>
            <a:chOff x="2475305" y="2790893"/>
            <a:chExt cx="457200" cy="457200"/>
          </a:xfrm>
        </p:grpSpPr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755CAD54-42AC-EB2A-B141-9EB949A6D0E6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51" name="그래픽 50" descr="남자 옆모습 윤곽선">
              <a:extLst>
                <a:ext uri="{FF2B5EF4-FFF2-40B4-BE49-F238E27FC236}">
                  <a16:creationId xmlns:a16="http://schemas.microsoft.com/office/drawing/2014/main" id="{BDF42E81-ECE3-4C9B-8A54-5FD739DE8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pic>
        <p:nvPicPr>
          <p:cNvPr id="52" name="그래픽 51" descr="오른쪽 캐럿 윤곽선">
            <a:extLst>
              <a:ext uri="{FF2B5EF4-FFF2-40B4-BE49-F238E27FC236}">
                <a16:creationId xmlns:a16="http://schemas.microsoft.com/office/drawing/2014/main" id="{44F45F26-41DD-2AA5-EA74-212093F60F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>
            <a:off x="1848321" y="6330861"/>
            <a:ext cx="314239" cy="314239"/>
          </a:xfrm>
          <a:prstGeom prst="rect">
            <a:avLst/>
          </a:prstGeom>
        </p:spPr>
      </p:pic>
      <p:pic>
        <p:nvPicPr>
          <p:cNvPr id="53" name="그래픽 52" descr="오른쪽 캐럿 윤곽선">
            <a:extLst>
              <a:ext uri="{FF2B5EF4-FFF2-40B4-BE49-F238E27FC236}">
                <a16:creationId xmlns:a16="http://schemas.microsoft.com/office/drawing/2014/main" id="{DF44EED2-2F7C-88BA-03BA-66E893FBEC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11535" y="6330860"/>
            <a:ext cx="314239" cy="31423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71F6D250-940C-FFD3-6649-907D4B86F71F}"/>
              </a:ext>
            </a:extLst>
          </p:cNvPr>
          <p:cNvSpPr txBox="1"/>
          <p:nvPr/>
        </p:nvSpPr>
        <p:spPr>
          <a:xfrm>
            <a:off x="2269031" y="6350696"/>
            <a:ext cx="1448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2  3  4  5 …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68BA8C6-9775-6C9A-355F-1990821D48D2}"/>
              </a:ext>
            </a:extLst>
          </p:cNvPr>
          <p:cNvSpPr/>
          <p:nvPr/>
        </p:nvSpPr>
        <p:spPr>
          <a:xfrm>
            <a:off x="2285689" y="6380416"/>
            <a:ext cx="231729" cy="22158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그래픽 121">
            <a:extLst>
              <a:ext uri="{FF2B5EF4-FFF2-40B4-BE49-F238E27FC236}">
                <a16:creationId xmlns:a16="http://schemas.microsoft.com/office/drawing/2014/main" id="{BF2A9E86-29C2-5E00-7BA8-CBC7E2E49897}"/>
              </a:ext>
            </a:extLst>
          </p:cNvPr>
          <p:cNvSpPr/>
          <p:nvPr/>
        </p:nvSpPr>
        <p:spPr>
          <a:xfrm>
            <a:off x="1860604" y="6067475"/>
            <a:ext cx="127626" cy="155859"/>
          </a:xfrm>
          <a:custGeom>
            <a:avLst/>
            <a:gdLst>
              <a:gd name="connsiteX0" fmla="*/ 181933 w 184486"/>
              <a:gd name="connsiteY0" fmla="*/ 2398 h 154179"/>
              <a:gd name="connsiteX1" fmla="*/ 169944 w 184486"/>
              <a:gd name="connsiteY1" fmla="*/ 2552 h 154179"/>
              <a:gd name="connsiteX2" fmla="*/ 151872 w 184486"/>
              <a:gd name="connsiteY2" fmla="*/ 21112 h 154179"/>
              <a:gd name="connsiteX3" fmla="*/ 133337 w 184486"/>
              <a:gd name="connsiteY3" fmla="*/ 40135 h 154179"/>
              <a:gd name="connsiteX4" fmla="*/ 122863 w 184486"/>
              <a:gd name="connsiteY4" fmla="*/ 50891 h 154179"/>
              <a:gd name="connsiteX5" fmla="*/ 112287 w 184486"/>
              <a:gd name="connsiteY5" fmla="*/ 62186 h 154179"/>
              <a:gd name="connsiteX6" fmla="*/ 91467 w 184486"/>
              <a:gd name="connsiteY6" fmla="*/ 84469 h 154179"/>
              <a:gd name="connsiteX7" fmla="*/ 73472 w 184486"/>
              <a:gd name="connsiteY7" fmla="*/ 104236 h 154179"/>
              <a:gd name="connsiteX8" fmla="*/ 67362 w 184486"/>
              <a:gd name="connsiteY8" fmla="*/ 111013 h 154179"/>
              <a:gd name="connsiteX9" fmla="*/ 14325 w 184486"/>
              <a:gd name="connsiteY9" fmla="*/ 61493 h 154179"/>
              <a:gd name="connsiteX10" fmla="*/ 3646 w 184486"/>
              <a:gd name="connsiteY10" fmla="*/ 60723 h 154179"/>
              <a:gd name="connsiteX11" fmla="*/ 1515 w 184486"/>
              <a:gd name="connsiteY11" fmla="*/ 72583 h 154179"/>
              <a:gd name="connsiteX12" fmla="*/ 52960 w 184486"/>
              <a:gd name="connsiteY12" fmla="*/ 146465 h 154179"/>
              <a:gd name="connsiteX13" fmla="*/ 55450 w 184486"/>
              <a:gd name="connsiteY13" fmla="*/ 149341 h 154179"/>
              <a:gd name="connsiteX14" fmla="*/ 74498 w 184486"/>
              <a:gd name="connsiteY14" fmla="*/ 152883 h 154179"/>
              <a:gd name="connsiteX15" fmla="*/ 84510 w 184486"/>
              <a:gd name="connsiteY15" fmla="*/ 145772 h 154179"/>
              <a:gd name="connsiteX16" fmla="*/ 84562 w 184486"/>
              <a:gd name="connsiteY16" fmla="*/ 145695 h 154179"/>
              <a:gd name="connsiteX17" fmla="*/ 88592 w 184486"/>
              <a:gd name="connsiteY17" fmla="*/ 139868 h 154179"/>
              <a:gd name="connsiteX18" fmla="*/ 99297 w 184486"/>
              <a:gd name="connsiteY18" fmla="*/ 124722 h 154179"/>
              <a:gd name="connsiteX19" fmla="*/ 114597 w 184486"/>
              <a:gd name="connsiteY19" fmla="*/ 103440 h 154179"/>
              <a:gd name="connsiteX20" fmla="*/ 132541 w 184486"/>
              <a:gd name="connsiteY20" fmla="*/ 79155 h 154179"/>
              <a:gd name="connsiteX21" fmla="*/ 141654 w 184486"/>
              <a:gd name="connsiteY21" fmla="*/ 66807 h 154179"/>
              <a:gd name="connsiteX22" fmla="*/ 150742 w 184486"/>
              <a:gd name="connsiteY22" fmla="*/ 55050 h 154179"/>
              <a:gd name="connsiteX23" fmla="*/ 166864 w 184486"/>
              <a:gd name="connsiteY23" fmla="*/ 34179 h 154179"/>
              <a:gd name="connsiteX24" fmla="*/ 182600 w 184486"/>
              <a:gd name="connsiteY24" fmla="*/ 13796 h 154179"/>
              <a:gd name="connsiteX25" fmla="*/ 182728 w 184486"/>
              <a:gd name="connsiteY25" fmla="*/ 13642 h 154179"/>
              <a:gd name="connsiteX26" fmla="*/ 181933 w 184486"/>
              <a:gd name="connsiteY26" fmla="*/ 2398 h 15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84486" h="154179">
                <a:moveTo>
                  <a:pt x="181933" y="2398"/>
                </a:moveTo>
                <a:cubicBezTo>
                  <a:pt x="178570" y="-862"/>
                  <a:pt x="173204" y="-785"/>
                  <a:pt x="169944" y="2552"/>
                </a:cubicBezTo>
                <a:cubicBezTo>
                  <a:pt x="169944" y="2552"/>
                  <a:pt x="162705" y="9971"/>
                  <a:pt x="151872" y="21112"/>
                </a:cubicBezTo>
                <a:cubicBezTo>
                  <a:pt x="146455" y="26683"/>
                  <a:pt x="140114" y="33178"/>
                  <a:pt x="133337" y="40135"/>
                </a:cubicBezTo>
                <a:cubicBezTo>
                  <a:pt x="129948" y="43626"/>
                  <a:pt x="126431" y="47220"/>
                  <a:pt x="122863" y="50891"/>
                </a:cubicBezTo>
                <a:cubicBezTo>
                  <a:pt x="119372" y="54613"/>
                  <a:pt x="115829" y="58413"/>
                  <a:pt x="112287" y="62186"/>
                </a:cubicBezTo>
                <a:cubicBezTo>
                  <a:pt x="105201" y="69785"/>
                  <a:pt x="98116" y="77358"/>
                  <a:pt x="91467" y="84469"/>
                </a:cubicBezTo>
                <a:cubicBezTo>
                  <a:pt x="84767" y="91529"/>
                  <a:pt x="78760" y="98460"/>
                  <a:pt x="73472" y="104236"/>
                </a:cubicBezTo>
                <a:cubicBezTo>
                  <a:pt x="71264" y="106700"/>
                  <a:pt x="69236" y="108934"/>
                  <a:pt x="67362" y="111013"/>
                </a:cubicBezTo>
                <a:lnTo>
                  <a:pt x="14325" y="61493"/>
                </a:lnTo>
                <a:cubicBezTo>
                  <a:pt x="11450" y="58823"/>
                  <a:pt x="7009" y="58387"/>
                  <a:pt x="3646" y="60723"/>
                </a:cubicBezTo>
                <a:cubicBezTo>
                  <a:pt x="-205" y="63419"/>
                  <a:pt x="-1155" y="68707"/>
                  <a:pt x="1515" y="72583"/>
                </a:cubicBezTo>
                <a:lnTo>
                  <a:pt x="52960" y="146465"/>
                </a:lnTo>
                <a:cubicBezTo>
                  <a:pt x="53653" y="147467"/>
                  <a:pt x="54526" y="148493"/>
                  <a:pt x="55450" y="149341"/>
                </a:cubicBezTo>
                <a:cubicBezTo>
                  <a:pt x="60739" y="154269"/>
                  <a:pt x="68209" y="155399"/>
                  <a:pt x="74498" y="152883"/>
                </a:cubicBezTo>
                <a:cubicBezTo>
                  <a:pt x="78426" y="151805"/>
                  <a:pt x="82020" y="149392"/>
                  <a:pt x="84510" y="145772"/>
                </a:cubicBezTo>
                <a:lnTo>
                  <a:pt x="84562" y="145695"/>
                </a:lnTo>
                <a:cubicBezTo>
                  <a:pt x="84562" y="145695"/>
                  <a:pt x="86025" y="143564"/>
                  <a:pt x="88592" y="139868"/>
                </a:cubicBezTo>
                <a:cubicBezTo>
                  <a:pt x="91159" y="136094"/>
                  <a:pt x="94856" y="130960"/>
                  <a:pt x="99297" y="124722"/>
                </a:cubicBezTo>
                <a:cubicBezTo>
                  <a:pt x="103789" y="118509"/>
                  <a:pt x="108795" y="111167"/>
                  <a:pt x="114597" y="103440"/>
                </a:cubicBezTo>
                <a:cubicBezTo>
                  <a:pt x="120322" y="95687"/>
                  <a:pt x="126431" y="87421"/>
                  <a:pt x="132541" y="79155"/>
                </a:cubicBezTo>
                <a:cubicBezTo>
                  <a:pt x="135596" y="75022"/>
                  <a:pt x="138651" y="70889"/>
                  <a:pt x="141654" y="66807"/>
                </a:cubicBezTo>
                <a:cubicBezTo>
                  <a:pt x="144735" y="62802"/>
                  <a:pt x="147790" y="58849"/>
                  <a:pt x="150742" y="55050"/>
                </a:cubicBezTo>
                <a:cubicBezTo>
                  <a:pt x="156646" y="47400"/>
                  <a:pt x="162140" y="40289"/>
                  <a:pt x="166864" y="34179"/>
                </a:cubicBezTo>
                <a:cubicBezTo>
                  <a:pt x="176311" y="21934"/>
                  <a:pt x="182600" y="13796"/>
                  <a:pt x="182600" y="13796"/>
                </a:cubicBezTo>
                <a:lnTo>
                  <a:pt x="182728" y="13642"/>
                </a:lnTo>
                <a:cubicBezTo>
                  <a:pt x="185321" y="10279"/>
                  <a:pt x="185039" y="5427"/>
                  <a:pt x="181933" y="2398"/>
                </a:cubicBezTo>
                <a:close/>
              </a:path>
            </a:pathLst>
          </a:cu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6DEC19-A78A-FD36-D047-154D78A7D8F6}"/>
              </a:ext>
            </a:extLst>
          </p:cNvPr>
          <p:cNvSpPr txBox="1"/>
          <p:nvPr/>
        </p:nvSpPr>
        <p:spPr>
          <a:xfrm>
            <a:off x="1880620" y="6038281"/>
            <a:ext cx="8923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전체선택</a:t>
            </a:r>
          </a:p>
        </p:txBody>
      </p:sp>
      <p:sp>
        <p:nvSpPr>
          <p:cNvPr id="58" name="순서도: 수행의 시작/종료 57">
            <a:extLst>
              <a:ext uri="{FF2B5EF4-FFF2-40B4-BE49-F238E27FC236}">
                <a16:creationId xmlns:a16="http://schemas.microsoft.com/office/drawing/2014/main" id="{C5C7EFB6-0E98-53F0-2217-CDBAA4D276EC}"/>
              </a:ext>
            </a:extLst>
          </p:cNvPr>
          <p:cNvSpPr/>
          <p:nvPr/>
        </p:nvSpPr>
        <p:spPr>
          <a:xfrm>
            <a:off x="3032750" y="6017897"/>
            <a:ext cx="789829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미리보기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0148A0-F1E4-F427-4408-1E4E77A7C6E5}"/>
              </a:ext>
            </a:extLst>
          </p:cNvPr>
          <p:cNvSpPr txBox="1"/>
          <p:nvPr/>
        </p:nvSpPr>
        <p:spPr>
          <a:xfrm>
            <a:off x="2113273" y="5131558"/>
            <a:ext cx="1626454" cy="680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식음팀장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뷔페 주방 바닥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오염 상태 조치여부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8259F2B-AAAA-5BFB-DD29-DB89FCE996A2}"/>
              </a:ext>
            </a:extLst>
          </p:cNvPr>
          <p:cNvSpPr/>
          <p:nvPr/>
        </p:nvSpPr>
        <p:spPr>
          <a:xfrm>
            <a:off x="969858" y="-420870"/>
            <a:ext cx="10590877" cy="1501451"/>
          </a:xfrm>
          <a:prstGeom prst="rect">
            <a:avLst/>
          </a:prstGeom>
          <a:solidFill>
            <a:schemeClr val="bg1">
              <a:lumMod val="95000"/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5935" tIns="35935" rIns="35935" bIns="35935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Check.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고객접점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미준수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조치 대응 결과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실시간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파악 할 수 있어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대응력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강화 할 수 있다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C0EA2ED2-54C5-0716-6B43-40F4189EE10B}"/>
              </a:ext>
            </a:extLst>
          </p:cNvPr>
          <p:cNvSpPr/>
          <p:nvPr/>
        </p:nvSpPr>
        <p:spPr>
          <a:xfrm>
            <a:off x="4040369" y="1384127"/>
            <a:ext cx="7451658" cy="514897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D877517-52BE-6FF7-1FC2-DFD25E85C079}"/>
              </a:ext>
            </a:extLst>
          </p:cNvPr>
          <p:cNvCxnSpPr>
            <a:cxnSpLocks/>
          </p:cNvCxnSpPr>
          <p:nvPr/>
        </p:nvCxnSpPr>
        <p:spPr>
          <a:xfrm>
            <a:off x="4132988" y="1869568"/>
            <a:ext cx="72692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3" name="그래픽 62" descr="시계 윤곽선">
            <a:extLst>
              <a:ext uri="{FF2B5EF4-FFF2-40B4-BE49-F238E27FC236}">
                <a16:creationId xmlns:a16="http://schemas.microsoft.com/office/drawing/2014/main" id="{D757732E-416E-5334-A9A7-5E2A3D6CD2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65008" y="2130713"/>
            <a:ext cx="230832" cy="230832"/>
          </a:xfrm>
          <a:prstGeom prst="rect">
            <a:avLst/>
          </a:prstGeom>
        </p:spPr>
      </p:pic>
      <p:sp>
        <p:nvSpPr>
          <p:cNvPr id="64" name="직사각형 63">
            <a:extLst>
              <a:ext uri="{FF2B5EF4-FFF2-40B4-BE49-F238E27FC236}">
                <a16:creationId xmlns:a16="http://schemas.microsoft.com/office/drawing/2014/main" id="{6063D00D-4431-70D1-C904-8EF556C3CE4F}"/>
              </a:ext>
            </a:extLst>
          </p:cNvPr>
          <p:cNvSpPr/>
          <p:nvPr/>
        </p:nvSpPr>
        <p:spPr>
          <a:xfrm>
            <a:off x="4792647" y="2132126"/>
            <a:ext cx="179583" cy="15337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67BA899-B060-3E42-E0D2-50601D2B64D5}"/>
              </a:ext>
            </a:extLst>
          </p:cNvPr>
          <p:cNvSpPr/>
          <p:nvPr/>
        </p:nvSpPr>
        <p:spPr>
          <a:xfrm>
            <a:off x="6431481" y="2127643"/>
            <a:ext cx="179583" cy="15337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6" name="그래픽 121">
            <a:extLst>
              <a:ext uri="{FF2B5EF4-FFF2-40B4-BE49-F238E27FC236}">
                <a16:creationId xmlns:a16="http://schemas.microsoft.com/office/drawing/2014/main" id="{8726871A-3B14-646B-71D7-6B77503AE5D0}"/>
              </a:ext>
            </a:extLst>
          </p:cNvPr>
          <p:cNvSpPr/>
          <p:nvPr/>
        </p:nvSpPr>
        <p:spPr>
          <a:xfrm>
            <a:off x="4167705" y="2129554"/>
            <a:ext cx="127626" cy="155859"/>
          </a:xfrm>
          <a:custGeom>
            <a:avLst/>
            <a:gdLst>
              <a:gd name="connsiteX0" fmla="*/ 181933 w 184486"/>
              <a:gd name="connsiteY0" fmla="*/ 2398 h 154179"/>
              <a:gd name="connsiteX1" fmla="*/ 169944 w 184486"/>
              <a:gd name="connsiteY1" fmla="*/ 2552 h 154179"/>
              <a:gd name="connsiteX2" fmla="*/ 151872 w 184486"/>
              <a:gd name="connsiteY2" fmla="*/ 21112 h 154179"/>
              <a:gd name="connsiteX3" fmla="*/ 133337 w 184486"/>
              <a:gd name="connsiteY3" fmla="*/ 40135 h 154179"/>
              <a:gd name="connsiteX4" fmla="*/ 122863 w 184486"/>
              <a:gd name="connsiteY4" fmla="*/ 50891 h 154179"/>
              <a:gd name="connsiteX5" fmla="*/ 112287 w 184486"/>
              <a:gd name="connsiteY5" fmla="*/ 62186 h 154179"/>
              <a:gd name="connsiteX6" fmla="*/ 91467 w 184486"/>
              <a:gd name="connsiteY6" fmla="*/ 84469 h 154179"/>
              <a:gd name="connsiteX7" fmla="*/ 73472 w 184486"/>
              <a:gd name="connsiteY7" fmla="*/ 104236 h 154179"/>
              <a:gd name="connsiteX8" fmla="*/ 67362 w 184486"/>
              <a:gd name="connsiteY8" fmla="*/ 111013 h 154179"/>
              <a:gd name="connsiteX9" fmla="*/ 14325 w 184486"/>
              <a:gd name="connsiteY9" fmla="*/ 61493 h 154179"/>
              <a:gd name="connsiteX10" fmla="*/ 3646 w 184486"/>
              <a:gd name="connsiteY10" fmla="*/ 60723 h 154179"/>
              <a:gd name="connsiteX11" fmla="*/ 1515 w 184486"/>
              <a:gd name="connsiteY11" fmla="*/ 72583 h 154179"/>
              <a:gd name="connsiteX12" fmla="*/ 52960 w 184486"/>
              <a:gd name="connsiteY12" fmla="*/ 146465 h 154179"/>
              <a:gd name="connsiteX13" fmla="*/ 55450 w 184486"/>
              <a:gd name="connsiteY13" fmla="*/ 149341 h 154179"/>
              <a:gd name="connsiteX14" fmla="*/ 74498 w 184486"/>
              <a:gd name="connsiteY14" fmla="*/ 152883 h 154179"/>
              <a:gd name="connsiteX15" fmla="*/ 84510 w 184486"/>
              <a:gd name="connsiteY15" fmla="*/ 145772 h 154179"/>
              <a:gd name="connsiteX16" fmla="*/ 84562 w 184486"/>
              <a:gd name="connsiteY16" fmla="*/ 145695 h 154179"/>
              <a:gd name="connsiteX17" fmla="*/ 88592 w 184486"/>
              <a:gd name="connsiteY17" fmla="*/ 139868 h 154179"/>
              <a:gd name="connsiteX18" fmla="*/ 99297 w 184486"/>
              <a:gd name="connsiteY18" fmla="*/ 124722 h 154179"/>
              <a:gd name="connsiteX19" fmla="*/ 114597 w 184486"/>
              <a:gd name="connsiteY19" fmla="*/ 103440 h 154179"/>
              <a:gd name="connsiteX20" fmla="*/ 132541 w 184486"/>
              <a:gd name="connsiteY20" fmla="*/ 79155 h 154179"/>
              <a:gd name="connsiteX21" fmla="*/ 141654 w 184486"/>
              <a:gd name="connsiteY21" fmla="*/ 66807 h 154179"/>
              <a:gd name="connsiteX22" fmla="*/ 150742 w 184486"/>
              <a:gd name="connsiteY22" fmla="*/ 55050 h 154179"/>
              <a:gd name="connsiteX23" fmla="*/ 166864 w 184486"/>
              <a:gd name="connsiteY23" fmla="*/ 34179 h 154179"/>
              <a:gd name="connsiteX24" fmla="*/ 182600 w 184486"/>
              <a:gd name="connsiteY24" fmla="*/ 13796 h 154179"/>
              <a:gd name="connsiteX25" fmla="*/ 182728 w 184486"/>
              <a:gd name="connsiteY25" fmla="*/ 13642 h 154179"/>
              <a:gd name="connsiteX26" fmla="*/ 181933 w 184486"/>
              <a:gd name="connsiteY26" fmla="*/ 2398 h 15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84486" h="154179">
                <a:moveTo>
                  <a:pt x="181933" y="2398"/>
                </a:moveTo>
                <a:cubicBezTo>
                  <a:pt x="178570" y="-862"/>
                  <a:pt x="173204" y="-785"/>
                  <a:pt x="169944" y="2552"/>
                </a:cubicBezTo>
                <a:cubicBezTo>
                  <a:pt x="169944" y="2552"/>
                  <a:pt x="162705" y="9971"/>
                  <a:pt x="151872" y="21112"/>
                </a:cubicBezTo>
                <a:cubicBezTo>
                  <a:pt x="146455" y="26683"/>
                  <a:pt x="140114" y="33178"/>
                  <a:pt x="133337" y="40135"/>
                </a:cubicBezTo>
                <a:cubicBezTo>
                  <a:pt x="129948" y="43626"/>
                  <a:pt x="126431" y="47220"/>
                  <a:pt x="122863" y="50891"/>
                </a:cubicBezTo>
                <a:cubicBezTo>
                  <a:pt x="119372" y="54613"/>
                  <a:pt x="115829" y="58413"/>
                  <a:pt x="112287" y="62186"/>
                </a:cubicBezTo>
                <a:cubicBezTo>
                  <a:pt x="105201" y="69785"/>
                  <a:pt x="98116" y="77358"/>
                  <a:pt x="91467" y="84469"/>
                </a:cubicBezTo>
                <a:cubicBezTo>
                  <a:pt x="84767" y="91529"/>
                  <a:pt x="78760" y="98460"/>
                  <a:pt x="73472" y="104236"/>
                </a:cubicBezTo>
                <a:cubicBezTo>
                  <a:pt x="71264" y="106700"/>
                  <a:pt x="69236" y="108934"/>
                  <a:pt x="67362" y="111013"/>
                </a:cubicBezTo>
                <a:lnTo>
                  <a:pt x="14325" y="61493"/>
                </a:lnTo>
                <a:cubicBezTo>
                  <a:pt x="11450" y="58823"/>
                  <a:pt x="7009" y="58387"/>
                  <a:pt x="3646" y="60723"/>
                </a:cubicBezTo>
                <a:cubicBezTo>
                  <a:pt x="-205" y="63419"/>
                  <a:pt x="-1155" y="68707"/>
                  <a:pt x="1515" y="72583"/>
                </a:cubicBezTo>
                <a:lnTo>
                  <a:pt x="52960" y="146465"/>
                </a:lnTo>
                <a:cubicBezTo>
                  <a:pt x="53653" y="147467"/>
                  <a:pt x="54526" y="148493"/>
                  <a:pt x="55450" y="149341"/>
                </a:cubicBezTo>
                <a:cubicBezTo>
                  <a:pt x="60739" y="154269"/>
                  <a:pt x="68209" y="155399"/>
                  <a:pt x="74498" y="152883"/>
                </a:cubicBezTo>
                <a:cubicBezTo>
                  <a:pt x="78426" y="151805"/>
                  <a:pt x="82020" y="149392"/>
                  <a:pt x="84510" y="145772"/>
                </a:cubicBezTo>
                <a:lnTo>
                  <a:pt x="84562" y="145695"/>
                </a:lnTo>
                <a:cubicBezTo>
                  <a:pt x="84562" y="145695"/>
                  <a:pt x="86025" y="143564"/>
                  <a:pt x="88592" y="139868"/>
                </a:cubicBezTo>
                <a:cubicBezTo>
                  <a:pt x="91159" y="136094"/>
                  <a:pt x="94856" y="130960"/>
                  <a:pt x="99297" y="124722"/>
                </a:cubicBezTo>
                <a:cubicBezTo>
                  <a:pt x="103789" y="118509"/>
                  <a:pt x="108795" y="111167"/>
                  <a:pt x="114597" y="103440"/>
                </a:cubicBezTo>
                <a:cubicBezTo>
                  <a:pt x="120322" y="95687"/>
                  <a:pt x="126431" y="87421"/>
                  <a:pt x="132541" y="79155"/>
                </a:cubicBezTo>
                <a:cubicBezTo>
                  <a:pt x="135596" y="75022"/>
                  <a:pt x="138651" y="70889"/>
                  <a:pt x="141654" y="66807"/>
                </a:cubicBezTo>
                <a:cubicBezTo>
                  <a:pt x="144735" y="62802"/>
                  <a:pt x="147790" y="58849"/>
                  <a:pt x="150742" y="55050"/>
                </a:cubicBezTo>
                <a:cubicBezTo>
                  <a:pt x="156646" y="47400"/>
                  <a:pt x="162140" y="40289"/>
                  <a:pt x="166864" y="34179"/>
                </a:cubicBezTo>
                <a:cubicBezTo>
                  <a:pt x="176311" y="21934"/>
                  <a:pt x="182600" y="13796"/>
                  <a:pt x="182600" y="13796"/>
                </a:cubicBezTo>
                <a:lnTo>
                  <a:pt x="182728" y="13642"/>
                </a:lnTo>
                <a:cubicBezTo>
                  <a:pt x="185321" y="10279"/>
                  <a:pt x="185039" y="5427"/>
                  <a:pt x="181933" y="2398"/>
                </a:cubicBezTo>
                <a:close/>
              </a:path>
            </a:pathLst>
          </a:cu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2162DE2-7385-AC13-C566-55F4CE57AF6B}"/>
              </a:ext>
            </a:extLst>
          </p:cNvPr>
          <p:cNvSpPr txBox="1"/>
          <p:nvPr/>
        </p:nvSpPr>
        <p:spPr>
          <a:xfrm>
            <a:off x="4943798" y="2085497"/>
            <a:ext cx="7252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조치완료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73A3E18-31F9-D624-CF4A-42559429725F}"/>
              </a:ext>
            </a:extLst>
          </p:cNvPr>
          <p:cNvSpPr txBox="1"/>
          <p:nvPr/>
        </p:nvSpPr>
        <p:spPr>
          <a:xfrm>
            <a:off x="6554033" y="2082358"/>
            <a:ext cx="8207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조치불가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E08579B9-201C-048D-7639-F8B35E9343CE}"/>
              </a:ext>
            </a:extLst>
          </p:cNvPr>
          <p:cNvSpPr/>
          <p:nvPr/>
        </p:nvSpPr>
        <p:spPr>
          <a:xfrm>
            <a:off x="8863693" y="2091677"/>
            <a:ext cx="890019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0" name="그래픽 69" descr="아래쪽 캐럿 윤곽선">
            <a:extLst>
              <a:ext uri="{FF2B5EF4-FFF2-40B4-BE49-F238E27FC236}">
                <a16:creationId xmlns:a16="http://schemas.microsoft.com/office/drawing/2014/main" id="{C56F9ECC-8D84-3BD3-723C-199E09C056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10954" y="2108899"/>
            <a:ext cx="186651" cy="251137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F8F24290-EBE7-D05C-9B49-26723AFC3531}"/>
              </a:ext>
            </a:extLst>
          </p:cNvPr>
          <p:cNvSpPr txBox="1"/>
          <p:nvPr/>
        </p:nvSpPr>
        <p:spPr>
          <a:xfrm>
            <a:off x="8888745" y="2127951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기간 설정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FCC2B394-404F-4C35-6235-E267AF63E0C9}"/>
              </a:ext>
            </a:extLst>
          </p:cNvPr>
          <p:cNvSpPr/>
          <p:nvPr/>
        </p:nvSpPr>
        <p:spPr>
          <a:xfrm>
            <a:off x="9918838" y="2091677"/>
            <a:ext cx="556373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BB49B05D-8855-39DD-7657-2040D40FE32A}"/>
              </a:ext>
            </a:extLst>
          </p:cNvPr>
          <p:cNvSpPr/>
          <p:nvPr/>
        </p:nvSpPr>
        <p:spPr>
          <a:xfrm>
            <a:off x="10655757" y="2091677"/>
            <a:ext cx="556373" cy="2708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DB02719-7D4E-EEC3-9619-F65059DD9614}"/>
              </a:ext>
            </a:extLst>
          </p:cNvPr>
          <p:cNvSpPr txBox="1"/>
          <p:nvPr/>
        </p:nvSpPr>
        <p:spPr>
          <a:xfrm>
            <a:off x="10426020" y="2083037"/>
            <a:ext cx="169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~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5" name="그래픽 74" descr="일일 일정표 윤곽선">
            <a:extLst>
              <a:ext uri="{FF2B5EF4-FFF2-40B4-BE49-F238E27FC236}">
                <a16:creationId xmlns:a16="http://schemas.microsoft.com/office/drawing/2014/main" id="{FCF4C7A4-C791-5EBE-8D2B-214FB93B5C3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73472" y="2082585"/>
            <a:ext cx="279034" cy="279034"/>
          </a:xfrm>
          <a:prstGeom prst="rect">
            <a:avLst/>
          </a:prstGeom>
        </p:spPr>
      </p:pic>
      <p:pic>
        <p:nvPicPr>
          <p:cNvPr id="76" name="그래픽 75" descr="일일 일정표 윤곽선">
            <a:extLst>
              <a:ext uri="{FF2B5EF4-FFF2-40B4-BE49-F238E27FC236}">
                <a16:creationId xmlns:a16="http://schemas.microsoft.com/office/drawing/2014/main" id="{F96687D0-A1BF-679B-A8DE-39F689E2F12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903992" y="2083479"/>
            <a:ext cx="279034" cy="279034"/>
          </a:xfrm>
          <a:prstGeom prst="rect">
            <a:avLst/>
          </a:prstGeom>
        </p:spPr>
      </p:pic>
      <p:sp>
        <p:nvSpPr>
          <p:cNvPr id="77" name="직사각형 76">
            <a:extLst>
              <a:ext uri="{FF2B5EF4-FFF2-40B4-BE49-F238E27FC236}">
                <a16:creationId xmlns:a16="http://schemas.microsoft.com/office/drawing/2014/main" id="{8867BFC8-9C63-AA18-56C0-BC9B659D2807}"/>
              </a:ext>
            </a:extLst>
          </p:cNvPr>
          <p:cNvSpPr/>
          <p:nvPr/>
        </p:nvSpPr>
        <p:spPr>
          <a:xfrm>
            <a:off x="5693261" y="2124872"/>
            <a:ext cx="179583" cy="15337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CFBF7CE-C1DE-50F4-9B24-98E83E99D13B}"/>
              </a:ext>
            </a:extLst>
          </p:cNvPr>
          <p:cNvSpPr txBox="1"/>
          <p:nvPr/>
        </p:nvSpPr>
        <p:spPr>
          <a:xfrm>
            <a:off x="5794825" y="2085761"/>
            <a:ext cx="652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조치중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B5378B4-2E37-E599-EE80-0AE47AAE3FF1}"/>
              </a:ext>
            </a:extLst>
          </p:cNvPr>
          <p:cNvSpPr txBox="1"/>
          <p:nvPr/>
        </p:nvSpPr>
        <p:spPr>
          <a:xfrm>
            <a:off x="3802529" y="1536920"/>
            <a:ext cx="2551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조치결과 검증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6DDA484-703A-4077-5E94-C3F8A8321D3F}"/>
              </a:ext>
            </a:extLst>
          </p:cNvPr>
          <p:cNvGrpSpPr/>
          <p:nvPr/>
        </p:nvGrpSpPr>
        <p:grpSpPr>
          <a:xfrm>
            <a:off x="4057971" y="2530571"/>
            <a:ext cx="7415267" cy="764655"/>
            <a:chOff x="1496861" y="1584543"/>
            <a:chExt cx="1590806" cy="300624"/>
          </a:xfrm>
          <a:solidFill>
            <a:schemeClr val="accent1"/>
          </a:solidFill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DA4EF23A-364A-0772-6E94-52F9C8C9E617}"/>
                </a:ext>
              </a:extLst>
            </p:cNvPr>
            <p:cNvSpPr/>
            <p:nvPr/>
          </p:nvSpPr>
          <p:spPr>
            <a:xfrm>
              <a:off x="1496861" y="1584543"/>
              <a:ext cx="1590806" cy="30062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8" name="그래픽 27" descr="아래쪽 캐럿 윤곽선">
              <a:extLst>
                <a:ext uri="{FF2B5EF4-FFF2-40B4-BE49-F238E27FC236}">
                  <a16:creationId xmlns:a16="http://schemas.microsoft.com/office/drawing/2014/main" id="{1096BFA9-7028-1772-E156-956F5DDDD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9025" y="1595502"/>
              <a:ext cx="278703" cy="278703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7BFFD92-8ABE-59EE-DB92-13B7A8993A4C}"/>
              </a:ext>
            </a:extLst>
          </p:cNvPr>
          <p:cNvSpPr txBox="1"/>
          <p:nvPr/>
        </p:nvSpPr>
        <p:spPr>
          <a:xfrm>
            <a:off x="4496221" y="2726291"/>
            <a:ext cx="1720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조치완료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10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8F5AE8-43EE-AB0C-3907-E08B586D8101}"/>
              </a:ext>
            </a:extLst>
          </p:cNvPr>
          <p:cNvSpPr txBox="1"/>
          <p:nvPr/>
        </p:nvSpPr>
        <p:spPr>
          <a:xfrm>
            <a:off x="6877492" y="2720136"/>
            <a:ext cx="1720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조치중 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7482A4C-292D-54F7-9738-3A68E19D03EC}"/>
              </a:ext>
            </a:extLst>
          </p:cNvPr>
          <p:cNvSpPr txBox="1"/>
          <p:nvPr/>
        </p:nvSpPr>
        <p:spPr>
          <a:xfrm>
            <a:off x="9313430" y="2714309"/>
            <a:ext cx="1720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조치불가 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5EBF60A7-1160-A5EE-D552-7D57B1E32B94}"/>
              </a:ext>
            </a:extLst>
          </p:cNvPr>
          <p:cNvSpPr/>
          <p:nvPr/>
        </p:nvSpPr>
        <p:spPr>
          <a:xfrm>
            <a:off x="9596407" y="3685722"/>
            <a:ext cx="1751573" cy="235493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D2EF9EF-8E48-A87F-5F0E-9E31A8B95D3C}"/>
              </a:ext>
            </a:extLst>
          </p:cNvPr>
          <p:cNvSpPr txBox="1"/>
          <p:nvPr/>
        </p:nvSpPr>
        <p:spPr>
          <a:xfrm>
            <a:off x="9610410" y="3813785"/>
            <a:ext cx="1626454" cy="680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식음팀장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뷔페 주방 바닥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오염 상태 조치방법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2D3786F2-5657-2322-E737-F2090922A30D}"/>
              </a:ext>
            </a:extLst>
          </p:cNvPr>
          <p:cNvGrpSpPr/>
          <p:nvPr/>
        </p:nvGrpSpPr>
        <p:grpSpPr>
          <a:xfrm>
            <a:off x="10688514" y="4018908"/>
            <a:ext cx="439020" cy="357110"/>
            <a:chOff x="2475305" y="2790893"/>
            <a:chExt cx="457200" cy="457200"/>
          </a:xfrm>
        </p:grpSpPr>
        <p:sp>
          <p:nvSpPr>
            <p:cNvPr id="115" name="순서도: 연결자 114">
              <a:extLst>
                <a:ext uri="{FF2B5EF4-FFF2-40B4-BE49-F238E27FC236}">
                  <a16:creationId xmlns:a16="http://schemas.microsoft.com/office/drawing/2014/main" id="{6A496CE0-24D9-BBFD-D076-2E986C404E1A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6" name="그래픽 115" descr="남자 옆모습 윤곽선">
              <a:extLst>
                <a:ext uri="{FF2B5EF4-FFF2-40B4-BE49-F238E27FC236}">
                  <a16:creationId xmlns:a16="http://schemas.microsoft.com/office/drawing/2014/main" id="{80B0787F-FAC2-6E67-0DD3-BBF43C02A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pic>
        <p:nvPicPr>
          <p:cNvPr id="118" name="그림 117" descr="폐기물 컨테이너, 타일, 바닥, 청결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3FAC61-2435-D332-0C2D-57BD089F470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672513" y="4550357"/>
            <a:ext cx="1555063" cy="972109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36E1C393-E553-4DA1-177C-CB00E37A636E}"/>
              </a:ext>
            </a:extLst>
          </p:cNvPr>
          <p:cNvSpPr txBox="1"/>
          <p:nvPr/>
        </p:nvSpPr>
        <p:spPr>
          <a:xfrm>
            <a:off x="9611098" y="5578787"/>
            <a:ext cx="18804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 제품을 물에 섞어 사용 하여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기존 보다 청소시간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시간 단축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69CF561-8D78-84A1-46BD-69D2F46C8318}"/>
              </a:ext>
            </a:extLst>
          </p:cNvPr>
          <p:cNvSpPr txBox="1"/>
          <p:nvPr/>
        </p:nvSpPr>
        <p:spPr>
          <a:xfrm>
            <a:off x="4126402" y="2096037"/>
            <a:ext cx="7946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전체선택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694CCE4-15D2-40B0-9B65-09918FF674A1}"/>
              </a:ext>
            </a:extLst>
          </p:cNvPr>
          <p:cNvSpPr txBox="1"/>
          <p:nvPr/>
        </p:nvSpPr>
        <p:spPr>
          <a:xfrm>
            <a:off x="10886170" y="3565088"/>
            <a:ext cx="39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...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DBDE138-A449-3B07-EB45-7AE950FDA103}"/>
              </a:ext>
            </a:extLst>
          </p:cNvPr>
          <p:cNvSpPr txBox="1"/>
          <p:nvPr/>
        </p:nvSpPr>
        <p:spPr>
          <a:xfrm>
            <a:off x="487377" y="2679516"/>
            <a:ext cx="940636" cy="560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고객접점 미준수 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검증 보드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보관함</a:t>
            </a:r>
          </a:p>
        </p:txBody>
      </p:sp>
      <p:sp>
        <p:nvSpPr>
          <p:cNvPr id="19" name="순서도: 수행의 시작/종료 18">
            <a:extLst>
              <a:ext uri="{FF2B5EF4-FFF2-40B4-BE49-F238E27FC236}">
                <a16:creationId xmlns:a16="http://schemas.microsoft.com/office/drawing/2014/main" id="{70714619-DCD9-B523-A7AE-8762538E22EE}"/>
              </a:ext>
            </a:extLst>
          </p:cNvPr>
          <p:cNvSpPr/>
          <p:nvPr/>
        </p:nvSpPr>
        <p:spPr>
          <a:xfrm>
            <a:off x="7347997" y="2068973"/>
            <a:ext cx="882659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결과보기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순서도: 수행의 시작/종료 15">
            <a:extLst>
              <a:ext uri="{FF2B5EF4-FFF2-40B4-BE49-F238E27FC236}">
                <a16:creationId xmlns:a16="http://schemas.microsoft.com/office/drawing/2014/main" id="{60738D50-D8A2-08FE-7101-6BFB7512C6B4}"/>
              </a:ext>
            </a:extLst>
          </p:cNvPr>
          <p:cNvSpPr/>
          <p:nvPr/>
        </p:nvSpPr>
        <p:spPr>
          <a:xfrm>
            <a:off x="9757988" y="1533662"/>
            <a:ext cx="1293581" cy="259505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Best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Practice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B98F0BA-00D1-63E9-EA85-81B80E0BC322}"/>
              </a:ext>
            </a:extLst>
          </p:cNvPr>
          <p:cNvGraphicFramePr>
            <a:graphicFrameLocks noGrp="1"/>
          </p:cNvGraphicFramePr>
          <p:nvPr/>
        </p:nvGraphicFramePr>
        <p:xfrm>
          <a:off x="4213798" y="3680596"/>
          <a:ext cx="5297156" cy="23549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6558">
                  <a:extLst>
                    <a:ext uri="{9D8B030D-6E8A-4147-A177-3AD203B41FA5}">
                      <a16:colId xmlns:a16="http://schemas.microsoft.com/office/drawing/2014/main" val="1843536939"/>
                    </a:ext>
                  </a:extLst>
                </a:gridCol>
                <a:gridCol w="1653702">
                  <a:extLst>
                    <a:ext uri="{9D8B030D-6E8A-4147-A177-3AD203B41FA5}">
                      <a16:colId xmlns:a16="http://schemas.microsoft.com/office/drawing/2014/main" val="1730864867"/>
                    </a:ext>
                  </a:extLst>
                </a:gridCol>
                <a:gridCol w="616086">
                  <a:extLst>
                    <a:ext uri="{9D8B030D-6E8A-4147-A177-3AD203B41FA5}">
                      <a16:colId xmlns:a16="http://schemas.microsoft.com/office/drawing/2014/main" val="4031689266"/>
                    </a:ext>
                  </a:extLst>
                </a:gridCol>
                <a:gridCol w="881974">
                  <a:extLst>
                    <a:ext uri="{9D8B030D-6E8A-4147-A177-3AD203B41FA5}">
                      <a16:colId xmlns:a16="http://schemas.microsoft.com/office/drawing/2014/main" val="3931535251"/>
                    </a:ext>
                  </a:extLst>
                </a:gridCol>
                <a:gridCol w="817123">
                  <a:extLst>
                    <a:ext uri="{9D8B030D-6E8A-4147-A177-3AD203B41FA5}">
                      <a16:colId xmlns:a16="http://schemas.microsoft.com/office/drawing/2014/main" val="1276473420"/>
                    </a:ext>
                  </a:extLst>
                </a:gridCol>
                <a:gridCol w="631713">
                  <a:extLst>
                    <a:ext uri="{9D8B030D-6E8A-4147-A177-3AD203B41FA5}">
                      <a16:colId xmlns:a16="http://schemas.microsoft.com/office/drawing/2014/main" val="2304577066"/>
                    </a:ext>
                  </a:extLst>
                </a:gridCol>
              </a:tblGrid>
              <a:tr h="344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팀장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조치여부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문제원인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조치방법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리드타임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조치방법 공유 </a:t>
                      </a:r>
                      <a:endParaRPr lang="en-US" altLang="ko-KR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350733"/>
                  </a:ext>
                </a:extLst>
              </a:tr>
              <a:tr h="50255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근무 </a:t>
                      </a:r>
                      <a:endParaRPr lang="en-US" altLang="ko-KR" sz="8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스케쥴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시간대 변경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00" u="sng" dirty="0"/>
                        <a:t>Y/N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1328787"/>
                  </a:ext>
                </a:extLst>
              </a:tr>
              <a:tr h="50255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주방</a:t>
                      </a:r>
                      <a:endParaRPr lang="en-US" altLang="ko-KR" sz="8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세척제 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dirty="0"/>
                        <a:t>B</a:t>
                      </a:r>
                      <a:r>
                        <a:rPr lang="ko-KR" altLang="en-US" sz="800" dirty="0"/>
                        <a:t>사 제품 변경</a:t>
                      </a:r>
                      <a:endParaRPr lang="en-US" altLang="ko-KR" sz="8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u="sng" dirty="0"/>
                        <a:t>파일첨부</a:t>
                      </a:r>
                      <a:endParaRPr lang="en-US" altLang="ko-KR" sz="80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Y/N</a:t>
                      </a:r>
                      <a:endParaRPr kumimoji="0" lang="en-US" altLang="ko-KR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578289"/>
                  </a:ext>
                </a:extLst>
              </a:tr>
              <a:tr h="5025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고장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외부업체 </a:t>
                      </a:r>
                      <a:endParaRPr lang="en-US" altLang="ko-KR" sz="800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고장수리 요청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Y/N</a:t>
                      </a:r>
                      <a:endParaRPr kumimoji="0" lang="en-US" altLang="ko-KR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101593"/>
                  </a:ext>
                </a:extLst>
              </a:tr>
              <a:tr h="5025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예산필요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00" dirty="0"/>
                        <a:t>교체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Y/N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0206376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8A485E33-BE93-1FD6-0A52-A6449AF4BE5E}"/>
              </a:ext>
            </a:extLst>
          </p:cNvPr>
          <p:cNvGrpSpPr/>
          <p:nvPr/>
        </p:nvGrpSpPr>
        <p:grpSpPr>
          <a:xfrm>
            <a:off x="4392884" y="4125732"/>
            <a:ext cx="350480" cy="322128"/>
            <a:chOff x="2475305" y="2790893"/>
            <a:chExt cx="457200" cy="457200"/>
          </a:xfrm>
        </p:grpSpPr>
        <p:sp>
          <p:nvSpPr>
            <p:cNvPr id="83" name="순서도: 연결자 82">
              <a:extLst>
                <a:ext uri="{FF2B5EF4-FFF2-40B4-BE49-F238E27FC236}">
                  <a16:creationId xmlns:a16="http://schemas.microsoft.com/office/drawing/2014/main" id="{8CF7464F-5897-7B92-5226-0C6EAF0F114D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84" name="그래픽 83" descr="남자 옆모습 윤곽선">
              <a:extLst>
                <a:ext uri="{FF2B5EF4-FFF2-40B4-BE49-F238E27FC236}">
                  <a16:creationId xmlns:a16="http://schemas.microsoft.com/office/drawing/2014/main" id="{C7ADDBAA-B969-DAB0-F870-1E0F2D922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D2A9789A-A87E-462F-276F-3D9BDA72F894}"/>
              </a:ext>
            </a:extLst>
          </p:cNvPr>
          <p:cNvGrpSpPr/>
          <p:nvPr/>
        </p:nvGrpSpPr>
        <p:grpSpPr>
          <a:xfrm>
            <a:off x="4395093" y="4657456"/>
            <a:ext cx="350480" cy="322128"/>
            <a:chOff x="2475305" y="2790893"/>
            <a:chExt cx="457200" cy="457200"/>
          </a:xfrm>
        </p:grpSpPr>
        <p:sp>
          <p:nvSpPr>
            <p:cNvPr id="86" name="순서도: 연결자 85">
              <a:extLst>
                <a:ext uri="{FF2B5EF4-FFF2-40B4-BE49-F238E27FC236}">
                  <a16:creationId xmlns:a16="http://schemas.microsoft.com/office/drawing/2014/main" id="{C91FFF87-2AE0-2301-11DC-CDFAFCB48C31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87" name="그래픽 86" descr="남자 옆모습 윤곽선">
              <a:extLst>
                <a:ext uri="{FF2B5EF4-FFF2-40B4-BE49-F238E27FC236}">
                  <a16:creationId xmlns:a16="http://schemas.microsoft.com/office/drawing/2014/main" id="{5A07A5D9-A3C7-A20C-B28C-E60607F04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152F7A5D-8606-184E-6317-C8FA2E7BE2E3}"/>
              </a:ext>
            </a:extLst>
          </p:cNvPr>
          <p:cNvGrpSpPr/>
          <p:nvPr/>
        </p:nvGrpSpPr>
        <p:grpSpPr>
          <a:xfrm>
            <a:off x="4400766" y="5149728"/>
            <a:ext cx="350480" cy="322128"/>
            <a:chOff x="2475305" y="2790893"/>
            <a:chExt cx="457200" cy="457200"/>
          </a:xfrm>
        </p:grpSpPr>
        <p:sp>
          <p:nvSpPr>
            <p:cNvPr id="89" name="순서도: 연결자 88">
              <a:extLst>
                <a:ext uri="{FF2B5EF4-FFF2-40B4-BE49-F238E27FC236}">
                  <a16:creationId xmlns:a16="http://schemas.microsoft.com/office/drawing/2014/main" id="{181B9199-7CB9-027F-6781-395FC7BB15DC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90" name="그래픽 89" descr="남자 옆모습 윤곽선">
              <a:extLst>
                <a:ext uri="{FF2B5EF4-FFF2-40B4-BE49-F238E27FC236}">
                  <a16:creationId xmlns:a16="http://schemas.microsoft.com/office/drawing/2014/main" id="{746CC0E3-CB7A-88E1-4ECE-2C9E3C61E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51A06DEF-F93B-5367-1D25-7DE5E686C710}"/>
              </a:ext>
            </a:extLst>
          </p:cNvPr>
          <p:cNvGrpSpPr/>
          <p:nvPr/>
        </p:nvGrpSpPr>
        <p:grpSpPr>
          <a:xfrm>
            <a:off x="4405190" y="5656020"/>
            <a:ext cx="350480" cy="322128"/>
            <a:chOff x="2475305" y="2790893"/>
            <a:chExt cx="457200" cy="457200"/>
          </a:xfrm>
        </p:grpSpPr>
        <p:sp>
          <p:nvSpPr>
            <p:cNvPr id="92" name="순서도: 연결자 91">
              <a:extLst>
                <a:ext uri="{FF2B5EF4-FFF2-40B4-BE49-F238E27FC236}">
                  <a16:creationId xmlns:a16="http://schemas.microsoft.com/office/drawing/2014/main" id="{A0BDA20E-2540-BEC9-E44D-D29B736E8B65}"/>
                </a:ext>
              </a:extLst>
            </p:cNvPr>
            <p:cNvSpPr/>
            <p:nvPr/>
          </p:nvSpPr>
          <p:spPr>
            <a:xfrm>
              <a:off x="2475305" y="2790893"/>
              <a:ext cx="457200" cy="457200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93" name="그래픽 92" descr="남자 옆모습 윤곽선">
              <a:extLst>
                <a:ext uri="{FF2B5EF4-FFF2-40B4-BE49-F238E27FC236}">
                  <a16:creationId xmlns:a16="http://schemas.microsoft.com/office/drawing/2014/main" id="{221722F2-C142-49F0-A729-DBF542378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08340" y="2802873"/>
              <a:ext cx="378912" cy="378912"/>
            </a:xfrm>
            <a:prstGeom prst="rect">
              <a:avLst/>
            </a:prstGeom>
          </p:spPr>
        </p:pic>
      </p:grpSp>
      <p:pic>
        <p:nvPicPr>
          <p:cNvPr id="94" name="그래픽 93" descr="시계 윤곽선">
            <a:extLst>
              <a:ext uri="{FF2B5EF4-FFF2-40B4-BE49-F238E27FC236}">
                <a16:creationId xmlns:a16="http://schemas.microsoft.com/office/drawing/2014/main" id="{7D0B966C-E8D5-CDE1-FACD-B4306FB629C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55217" y="4169169"/>
            <a:ext cx="230832" cy="230832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663D585D-7D93-1E10-FEAB-0FA7FA58AE88}"/>
              </a:ext>
            </a:extLst>
          </p:cNvPr>
          <p:cNvSpPr txBox="1"/>
          <p:nvPr/>
        </p:nvSpPr>
        <p:spPr>
          <a:xfrm>
            <a:off x="8254112" y="4176471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36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시간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pic>
        <p:nvPicPr>
          <p:cNvPr id="96" name="그래픽 95" descr="시계 윤곽선">
            <a:extLst>
              <a:ext uri="{FF2B5EF4-FFF2-40B4-BE49-F238E27FC236}">
                <a16:creationId xmlns:a16="http://schemas.microsoft.com/office/drawing/2014/main" id="{6A55B0B4-67F0-B72C-4772-D3B76FE1EA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55217" y="4680237"/>
            <a:ext cx="230832" cy="230832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F2C3ADA7-F5F2-7D22-B642-05BD6004C614}"/>
              </a:ext>
            </a:extLst>
          </p:cNvPr>
          <p:cNvSpPr txBox="1"/>
          <p:nvPr/>
        </p:nvSpPr>
        <p:spPr>
          <a:xfrm>
            <a:off x="8266458" y="4688283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3.5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시간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pic>
        <p:nvPicPr>
          <p:cNvPr id="98" name="그래픽 97" descr="시계 윤곽선">
            <a:extLst>
              <a:ext uri="{FF2B5EF4-FFF2-40B4-BE49-F238E27FC236}">
                <a16:creationId xmlns:a16="http://schemas.microsoft.com/office/drawing/2014/main" id="{AE35C98B-1577-3216-86D7-EE39DD1EF91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51042" y="5208417"/>
            <a:ext cx="230832" cy="230832"/>
          </a:xfrm>
          <a:prstGeom prst="rect">
            <a:avLst/>
          </a:prstGeom>
        </p:spPr>
      </p:pic>
      <p:pic>
        <p:nvPicPr>
          <p:cNvPr id="99" name="그래픽 98" descr="시계 윤곽선">
            <a:extLst>
              <a:ext uri="{FF2B5EF4-FFF2-40B4-BE49-F238E27FC236}">
                <a16:creationId xmlns:a16="http://schemas.microsoft.com/office/drawing/2014/main" id="{F080DA7B-10F0-5C2F-D65B-3BC948A114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53130" y="5705282"/>
            <a:ext cx="230832" cy="230832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2763F8A8-9E71-D528-D8F6-61E46434D381}"/>
              </a:ext>
            </a:extLst>
          </p:cNvPr>
          <p:cNvSpPr txBox="1"/>
          <p:nvPr/>
        </p:nvSpPr>
        <p:spPr>
          <a:xfrm>
            <a:off x="8266458" y="5217631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00.00.00 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58B68F-1FF6-5537-835F-6B455CB0CCD5}"/>
              </a:ext>
            </a:extLst>
          </p:cNvPr>
          <p:cNvSpPr txBox="1"/>
          <p:nvPr/>
        </p:nvSpPr>
        <p:spPr>
          <a:xfrm>
            <a:off x="8273384" y="5712976"/>
            <a:ext cx="686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00.00.00 </a:t>
            </a:r>
          </a:p>
        </p:txBody>
      </p:sp>
      <p:pic>
        <p:nvPicPr>
          <p:cNvPr id="104" name="그래픽 103" descr="폴더 윤곽선">
            <a:extLst>
              <a:ext uri="{FF2B5EF4-FFF2-40B4-BE49-F238E27FC236}">
                <a16:creationId xmlns:a16="http://schemas.microsoft.com/office/drawing/2014/main" id="{6DDFCFA7-0CEB-CF93-1678-7435AAA0312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22631" y="4774988"/>
            <a:ext cx="230833" cy="230833"/>
          </a:xfrm>
          <a:prstGeom prst="rect">
            <a:avLst/>
          </a:prstGeom>
        </p:spPr>
      </p:pic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E2326EB5-BD94-04C8-B8C1-359DB0FA5016}"/>
              </a:ext>
            </a:extLst>
          </p:cNvPr>
          <p:cNvGrpSpPr/>
          <p:nvPr/>
        </p:nvGrpSpPr>
        <p:grpSpPr>
          <a:xfrm>
            <a:off x="4410780" y="4195888"/>
            <a:ext cx="2503843" cy="200055"/>
            <a:chOff x="4620562" y="4218735"/>
            <a:chExt cx="2503843" cy="200055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7980585-DAAC-D275-5FF0-447F6A771552}"/>
                </a:ext>
              </a:extLst>
            </p:cNvPr>
            <p:cNvSpPr txBox="1"/>
            <p:nvPr/>
          </p:nvSpPr>
          <p:spPr>
            <a:xfrm>
              <a:off x="4620562" y="4218735"/>
              <a:ext cx="25038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조치완료     조치중     조치불가   </a:t>
              </a: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51CEE436-F2CA-4015-1BFF-DBE7883576BD}"/>
                </a:ext>
              </a:extLst>
            </p:cNvPr>
            <p:cNvSpPr/>
            <p:nvPr/>
          </p:nvSpPr>
          <p:spPr>
            <a:xfrm>
              <a:off x="5611973" y="4274050"/>
              <a:ext cx="86326" cy="7149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BAD2401D-82B4-76CC-DEC1-BD9AE704DC3C}"/>
                </a:ext>
              </a:extLst>
            </p:cNvPr>
            <p:cNvSpPr/>
            <p:nvPr/>
          </p:nvSpPr>
          <p:spPr>
            <a:xfrm>
              <a:off x="6043232" y="4270810"/>
              <a:ext cx="86326" cy="7149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092817B4-CF0E-6296-EFC7-7E92699CFA74}"/>
                </a:ext>
              </a:extLst>
            </p:cNvPr>
            <p:cNvSpPr/>
            <p:nvPr/>
          </p:nvSpPr>
          <p:spPr>
            <a:xfrm>
              <a:off x="6558796" y="4274055"/>
              <a:ext cx="86326" cy="7149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66C9ADE-F640-39F2-9494-0FBF33A75DB4}"/>
              </a:ext>
            </a:extLst>
          </p:cNvPr>
          <p:cNvGrpSpPr/>
          <p:nvPr/>
        </p:nvGrpSpPr>
        <p:grpSpPr>
          <a:xfrm>
            <a:off x="4423126" y="4690349"/>
            <a:ext cx="2503843" cy="200055"/>
            <a:chOff x="4620562" y="4218735"/>
            <a:chExt cx="2503843" cy="200055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9A60FD2D-074A-036D-518F-81A34A087621}"/>
                </a:ext>
              </a:extLst>
            </p:cNvPr>
            <p:cNvSpPr txBox="1"/>
            <p:nvPr/>
          </p:nvSpPr>
          <p:spPr>
            <a:xfrm>
              <a:off x="4620562" y="4218735"/>
              <a:ext cx="25038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조치완료     조치중     조치불가   </a:t>
              </a: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775D65B3-FAE7-C612-D76B-16B423423E3A}"/>
                </a:ext>
              </a:extLst>
            </p:cNvPr>
            <p:cNvSpPr/>
            <p:nvPr/>
          </p:nvSpPr>
          <p:spPr>
            <a:xfrm>
              <a:off x="5611973" y="4274050"/>
              <a:ext cx="86326" cy="7149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12C89A92-85ED-89C8-B880-B5AC112FD894}"/>
                </a:ext>
              </a:extLst>
            </p:cNvPr>
            <p:cNvSpPr/>
            <p:nvPr/>
          </p:nvSpPr>
          <p:spPr>
            <a:xfrm>
              <a:off x="6043232" y="4270810"/>
              <a:ext cx="86326" cy="7149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BBD601D2-E97E-8753-06EA-482DA1238A3D}"/>
                </a:ext>
              </a:extLst>
            </p:cNvPr>
            <p:cNvSpPr/>
            <p:nvPr/>
          </p:nvSpPr>
          <p:spPr>
            <a:xfrm>
              <a:off x="6558796" y="4274055"/>
              <a:ext cx="86326" cy="7149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4555C079-1047-3534-87AB-69F9E898D462}"/>
              </a:ext>
            </a:extLst>
          </p:cNvPr>
          <p:cNvGrpSpPr/>
          <p:nvPr/>
        </p:nvGrpSpPr>
        <p:grpSpPr>
          <a:xfrm>
            <a:off x="4408941" y="5183474"/>
            <a:ext cx="2503843" cy="200055"/>
            <a:chOff x="4620562" y="4218735"/>
            <a:chExt cx="2503843" cy="200055"/>
          </a:xfrm>
        </p:grpSpPr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3391A163-9345-68A3-73A5-98D08482A640}"/>
                </a:ext>
              </a:extLst>
            </p:cNvPr>
            <p:cNvSpPr txBox="1"/>
            <p:nvPr/>
          </p:nvSpPr>
          <p:spPr>
            <a:xfrm>
              <a:off x="4620562" y="4218735"/>
              <a:ext cx="25038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조치완료     조치중     조치불가   </a:t>
              </a: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D55025D7-385D-F8D0-7AF3-5202BE15B04C}"/>
                </a:ext>
              </a:extLst>
            </p:cNvPr>
            <p:cNvSpPr/>
            <p:nvPr/>
          </p:nvSpPr>
          <p:spPr>
            <a:xfrm>
              <a:off x="5611973" y="4274050"/>
              <a:ext cx="86326" cy="7149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72E226C5-D0E2-1F7C-D1FF-8911BAD2BD3F}"/>
                </a:ext>
              </a:extLst>
            </p:cNvPr>
            <p:cNvSpPr/>
            <p:nvPr/>
          </p:nvSpPr>
          <p:spPr>
            <a:xfrm>
              <a:off x="6043232" y="4270810"/>
              <a:ext cx="86326" cy="7149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C4C622F9-3F42-CA06-4261-B8344B5E69DE}"/>
                </a:ext>
              </a:extLst>
            </p:cNvPr>
            <p:cNvSpPr/>
            <p:nvPr/>
          </p:nvSpPr>
          <p:spPr>
            <a:xfrm>
              <a:off x="6558796" y="4274055"/>
              <a:ext cx="86326" cy="7149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1BAC15D8-D344-11C7-0BC2-85885B31E749}"/>
              </a:ext>
            </a:extLst>
          </p:cNvPr>
          <p:cNvGrpSpPr/>
          <p:nvPr/>
        </p:nvGrpSpPr>
        <p:grpSpPr>
          <a:xfrm>
            <a:off x="4415867" y="5683350"/>
            <a:ext cx="2503843" cy="200055"/>
            <a:chOff x="4620562" y="4218735"/>
            <a:chExt cx="2503843" cy="200055"/>
          </a:xfrm>
        </p:grpSpPr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991B77AF-3819-7DE0-3AD5-25E01B7C0A7A}"/>
                </a:ext>
              </a:extLst>
            </p:cNvPr>
            <p:cNvSpPr txBox="1"/>
            <p:nvPr/>
          </p:nvSpPr>
          <p:spPr>
            <a:xfrm>
              <a:off x="4620562" y="4218735"/>
              <a:ext cx="25038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조치완료     조치중     조치불가   </a:t>
              </a: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58AC9073-E44A-C7D4-54D3-75566A4944B9}"/>
                </a:ext>
              </a:extLst>
            </p:cNvPr>
            <p:cNvSpPr/>
            <p:nvPr/>
          </p:nvSpPr>
          <p:spPr>
            <a:xfrm>
              <a:off x="5611973" y="4274050"/>
              <a:ext cx="86326" cy="7149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F07819DC-AFC6-823A-3E4A-6BAECC8F0670}"/>
                </a:ext>
              </a:extLst>
            </p:cNvPr>
            <p:cNvSpPr/>
            <p:nvPr/>
          </p:nvSpPr>
          <p:spPr>
            <a:xfrm>
              <a:off x="6043232" y="4270810"/>
              <a:ext cx="86326" cy="7149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CBC2FC39-7E67-6652-F59B-DC5D1A1690FC}"/>
                </a:ext>
              </a:extLst>
            </p:cNvPr>
            <p:cNvSpPr/>
            <p:nvPr/>
          </p:nvSpPr>
          <p:spPr>
            <a:xfrm>
              <a:off x="6558796" y="4274055"/>
              <a:ext cx="86326" cy="7149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4945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2229</Words>
  <Application>Microsoft Office PowerPoint</Application>
  <PresentationFormat>와이드스크린</PresentationFormat>
  <Paragraphs>941</Paragraphs>
  <Slides>16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Pretendard ExtraBold</vt:lpstr>
      <vt:lpstr>맑은 고딕</vt:lpstr>
      <vt:lpstr>Arial</vt:lpstr>
      <vt:lpstr>Wingdings</vt:lpstr>
      <vt:lpstr>Office 테마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병선 박</dc:creator>
  <cp:lastModifiedBy>병선 박</cp:lastModifiedBy>
  <cp:revision>1</cp:revision>
  <dcterms:created xsi:type="dcterms:W3CDTF">2026-01-21T04:08:22Z</dcterms:created>
  <dcterms:modified xsi:type="dcterms:W3CDTF">2026-01-21T07:54:26Z</dcterms:modified>
</cp:coreProperties>
</file>